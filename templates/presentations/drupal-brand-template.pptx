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13716000" cx="24384000"/>
  <p:notesSz cx="6858000" cy="9144000"/>
  <p:embeddedFontLst>
    <p:embeddedFont>
      <p:font typeface="Poppins"/>
      <p:regular r:id="rId54"/>
      <p:bold r:id="rId55"/>
      <p:italic r:id="rId56"/>
      <p:boldItalic r:id="rId57"/>
    </p:embeddedFont>
    <p:embeddedFont>
      <p:font typeface="Noto Sans"/>
      <p:regular r:id="rId58"/>
      <p:bold r:id="rId59"/>
      <p:italic r:id="rId60"/>
      <p:boldItalic r:id="rId61"/>
    </p:embeddedFont>
    <p:embeddedFont>
      <p:font typeface="Noto Sans SemiBold"/>
      <p:regular r:id="rId62"/>
      <p:bold r:id="rId63"/>
      <p:italic r:id="rId64"/>
      <p:boldItalic r:id="rId65"/>
    </p:embeddedFont>
    <p:embeddedFont>
      <p:font typeface="Montserrat Light"/>
      <p:regular r:id="rId66"/>
      <p:bold r:id="rId67"/>
      <p:italic r:id="rId68"/>
      <p:boldItalic r:id="rId69"/>
    </p:embeddedFont>
    <p:embeddedFont>
      <p:font typeface="Helvetica Neue"/>
      <p:regular r:id="rId70"/>
      <p:bold r:id="rId71"/>
      <p:italic r:id="rId72"/>
      <p:boldItalic r:id="rId73"/>
    </p:embeddedFont>
    <p:embeddedFont>
      <p:font typeface="Noto Sans Light"/>
      <p:regular r:id="rId74"/>
      <p:bold r:id="rId75"/>
      <p:italic r:id="rId76"/>
      <p:boldItalic r:id="rId77"/>
    </p:embeddedFont>
    <p:embeddedFont>
      <p:font typeface="Open Sans"/>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747775"/>
          </p15:clr>
        </p15:guide>
        <p15:guide id="2" pos="76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OpenSans-italic.fntdata"/><Relationship Id="rId81"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HelveticaNeue-boldItalic.fntdata"/><Relationship Id="rId72" Type="http://schemas.openxmlformats.org/officeDocument/2006/relationships/font" Target="fonts/HelveticaNeue-italic.fntdata"/><Relationship Id="rId31" Type="http://schemas.openxmlformats.org/officeDocument/2006/relationships/slide" Target="slides/slide26.xml"/><Relationship Id="rId75" Type="http://schemas.openxmlformats.org/officeDocument/2006/relationships/font" Target="fonts/NotoSansLight-bold.fntdata"/><Relationship Id="rId30" Type="http://schemas.openxmlformats.org/officeDocument/2006/relationships/slide" Target="slides/slide25.xml"/><Relationship Id="rId74" Type="http://schemas.openxmlformats.org/officeDocument/2006/relationships/font" Target="fonts/NotoSansLight-regular.fntdata"/><Relationship Id="rId33" Type="http://schemas.openxmlformats.org/officeDocument/2006/relationships/slide" Target="slides/slide28.xml"/><Relationship Id="rId77" Type="http://schemas.openxmlformats.org/officeDocument/2006/relationships/font" Target="fonts/NotoSansLight-boldItalic.fntdata"/><Relationship Id="rId32" Type="http://schemas.openxmlformats.org/officeDocument/2006/relationships/slide" Target="slides/slide27.xml"/><Relationship Id="rId76" Type="http://schemas.openxmlformats.org/officeDocument/2006/relationships/font" Target="fonts/NotoSansLight-italic.fntdata"/><Relationship Id="rId35" Type="http://schemas.openxmlformats.org/officeDocument/2006/relationships/slide" Target="slides/slide30.xml"/><Relationship Id="rId79" Type="http://schemas.openxmlformats.org/officeDocument/2006/relationships/font" Target="fonts/OpenSans-bold.fntdata"/><Relationship Id="rId34" Type="http://schemas.openxmlformats.org/officeDocument/2006/relationships/slide" Target="slides/slide29.xml"/><Relationship Id="rId78" Type="http://schemas.openxmlformats.org/officeDocument/2006/relationships/font" Target="fonts/OpenSans-regular.fntdata"/><Relationship Id="rId71" Type="http://schemas.openxmlformats.org/officeDocument/2006/relationships/font" Target="fonts/HelveticaNeue-bold.fntdata"/><Relationship Id="rId70" Type="http://schemas.openxmlformats.org/officeDocument/2006/relationships/font" Target="fonts/HelveticaNeue-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otoSansSemiBold-regular.fntdata"/><Relationship Id="rId61" Type="http://schemas.openxmlformats.org/officeDocument/2006/relationships/font" Target="fonts/NotoSans-boldItalic.fntdata"/><Relationship Id="rId20" Type="http://schemas.openxmlformats.org/officeDocument/2006/relationships/slide" Target="slides/slide15.xml"/><Relationship Id="rId64" Type="http://schemas.openxmlformats.org/officeDocument/2006/relationships/font" Target="fonts/NotoSansSemiBold-italic.fntdata"/><Relationship Id="rId63" Type="http://schemas.openxmlformats.org/officeDocument/2006/relationships/font" Target="fonts/NotoSansSemiBold-bold.fntdata"/><Relationship Id="rId22" Type="http://schemas.openxmlformats.org/officeDocument/2006/relationships/slide" Target="slides/slide17.xml"/><Relationship Id="rId66" Type="http://schemas.openxmlformats.org/officeDocument/2006/relationships/font" Target="fonts/MontserratLight-regular.fntdata"/><Relationship Id="rId21" Type="http://schemas.openxmlformats.org/officeDocument/2006/relationships/slide" Target="slides/slide16.xml"/><Relationship Id="rId65" Type="http://schemas.openxmlformats.org/officeDocument/2006/relationships/font" Target="fonts/NotoSansSemiBold-boldItalic.fntdata"/><Relationship Id="rId24" Type="http://schemas.openxmlformats.org/officeDocument/2006/relationships/slide" Target="slides/slide19.xml"/><Relationship Id="rId68" Type="http://schemas.openxmlformats.org/officeDocument/2006/relationships/font" Target="fonts/MontserratLight-italic.fntdata"/><Relationship Id="rId23" Type="http://schemas.openxmlformats.org/officeDocument/2006/relationships/slide" Target="slides/slide18.xml"/><Relationship Id="rId67" Type="http://schemas.openxmlformats.org/officeDocument/2006/relationships/font" Target="fonts/MontserratLight-bold.fntdata"/><Relationship Id="rId60" Type="http://schemas.openxmlformats.org/officeDocument/2006/relationships/font" Target="fonts/NotoSans-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Light-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Poppins-bold.fntdata"/><Relationship Id="rId10" Type="http://schemas.openxmlformats.org/officeDocument/2006/relationships/slide" Target="slides/slide5.xml"/><Relationship Id="rId54" Type="http://schemas.openxmlformats.org/officeDocument/2006/relationships/font" Target="fonts/Poppins-regular.fntdata"/><Relationship Id="rId13" Type="http://schemas.openxmlformats.org/officeDocument/2006/relationships/slide" Target="slides/slide8.xml"/><Relationship Id="rId57" Type="http://schemas.openxmlformats.org/officeDocument/2006/relationships/font" Target="fonts/Poppins-boldItalic.fntdata"/><Relationship Id="rId12" Type="http://schemas.openxmlformats.org/officeDocument/2006/relationships/slide" Target="slides/slide7.xml"/><Relationship Id="rId56" Type="http://schemas.openxmlformats.org/officeDocument/2006/relationships/font" Target="fonts/Poppins-italic.fntdata"/><Relationship Id="rId15" Type="http://schemas.openxmlformats.org/officeDocument/2006/relationships/slide" Target="slides/slide10.xml"/><Relationship Id="rId59" Type="http://schemas.openxmlformats.org/officeDocument/2006/relationships/font" Target="fonts/NotoSans-bold.fntdata"/><Relationship Id="rId14" Type="http://schemas.openxmlformats.org/officeDocument/2006/relationships/slide" Target="slides/slide9.xml"/><Relationship Id="rId58" Type="http://schemas.openxmlformats.org/officeDocument/2006/relationships/font" Target="fonts/Noto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10f6d2644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2d10f6d2644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17999"/>
              </a:lnSpc>
              <a:spcBef>
                <a:spcPts val="0"/>
              </a:spcBef>
              <a:spcAft>
                <a:spcPts val="0"/>
              </a:spcAft>
              <a:buSzPts val="1400"/>
              <a:buChar char="-"/>
            </a:pPr>
            <a:r>
              <a:rPr lang="en-US" sz="1400"/>
              <a:t>2-3 instruction slides</a:t>
            </a:r>
            <a:endParaRPr sz="1400"/>
          </a:p>
          <a:p>
            <a:pPr indent="-317500" lvl="0" marL="457200" rtl="0" algn="l">
              <a:lnSpc>
                <a:spcPct val="117999"/>
              </a:lnSpc>
              <a:spcBef>
                <a:spcPts val="0"/>
              </a:spcBef>
              <a:spcAft>
                <a:spcPts val="0"/>
              </a:spcAft>
              <a:buSzPts val="1400"/>
              <a:buChar char="-"/>
            </a:pPr>
            <a:r>
              <a:rPr lang="en-US" sz="1400"/>
              <a:t>rebuild image with circles?</a:t>
            </a:r>
            <a:endParaRPr sz="1400"/>
          </a:p>
          <a:p>
            <a:pPr indent="-317500" lvl="0" marL="457200" rtl="0" algn="l">
              <a:lnSpc>
                <a:spcPct val="117999"/>
              </a:lnSpc>
              <a:spcBef>
                <a:spcPts val="0"/>
              </a:spcBef>
              <a:spcAft>
                <a:spcPts val="0"/>
              </a:spcAft>
              <a:buSzPts val="1400"/>
              <a:buChar char="-"/>
            </a:pPr>
            <a:r>
              <a:rPr lang="en-US" sz="1400"/>
              <a:t>Flicker link?</a:t>
            </a: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7b61a953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f7b61a9531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7b61a953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7b61a9531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800"/>
              <a:t>What Drupal is - a CMS foundation for your digital presense</a:t>
            </a:r>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f7b61a9531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f7b61a9531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Talk about the fit between Drupal and the org you’re talking to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That our organisations that are some of the largest users of Drupal are not just using the software, they are also actively contributing to the project.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I took an example from Drupal.org where we measure contribution and like we see as an example, the European Commission has over 79 people registered on Drupal.org.</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remains unique in the open source world for the power of our contribution credit system. All kinds of contribution activity on Drupal.org can be attributed to individuals and organizations, giving us important insight into the ecosystem that drives contribution.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This contribution system also plays an important role in promoting individuals, companies and organizations who give back to the project and community. We use an organization's contribution history to rank them in the Drupal.org marketplace, and an individual's contribution history is a powerful tool for organizations to find talent, and for Drupal contributors to find work.</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Our credit system is designed so that only project maintainers can ultimately grant credit. This means that there is always an element of human review.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f7b61a953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f7b61a9531_0_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9c518b3d7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9c518b3d7_1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9c518b3d7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9c518b3d7_3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9c518b3d7_1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9c518b3d7_1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1209b7ee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d1209b7ee6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Faster time to market because the exact marketing integrations you need are already available; Drupal can integrate seamlessly with your CRM, marketing automation software, eCommerce, and digital marketing tools. </a:t>
            </a:r>
            <a:endParaRPr sz="1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f7b61a9531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f7b61a9531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1209b7ee6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1209b7ee6_0_8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f7b61a953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f7b61a9531_0_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d9c518b3d7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d9c518b3d7_1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1209b7ee6_0_7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d1209b7ee6_0_7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9c518b3d7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d9c518b3d7_1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d9c518b3d7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d9c518b3d7_3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7b61a953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7b61a9531_0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1209b7ee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d1209b7ee6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t>Digital management tools for editors: with reusable media and publication workflows, marketing teams have the latest tools at their fingertips – including content governance and revision tracking, built-in multilingual content and translation workflows, and dynamic aggregation and content curation features.</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7029c1fa2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7029c1fa25_1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Available in dozens of languages</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f7b61a953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f7b61a9531_0_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latin typeface="Noto Sans"/>
                <a:ea typeface="Noto Sans"/>
                <a:cs typeface="Noto Sans"/>
                <a:sym typeface="Noto Sans"/>
              </a:rPr>
              <a:t>Drupal comes with many accessibility features by default, such as semantic HTML5 elements and ARIA landmarks, which help screen readers and other assistive technologies better interpret web pages.</a:t>
            </a:r>
            <a:br>
              <a:rPr lang="en-US" sz="1100">
                <a:solidFill>
                  <a:schemeClr val="dk1"/>
                </a:solidFill>
                <a:latin typeface="Noto Sans"/>
                <a:ea typeface="Noto Sans"/>
                <a:cs typeface="Noto Sans"/>
                <a:sym typeface="Noto Sans"/>
              </a:rPr>
            </a:br>
            <a:r>
              <a:rPr lang="en-US" sz="1100">
                <a:solidFill>
                  <a:schemeClr val="dk1"/>
                </a:solidFill>
                <a:latin typeface="Noto Sans"/>
                <a:ea typeface="Noto Sans"/>
                <a:cs typeface="Noto Sans"/>
                <a:sym typeface="Noto Sans"/>
              </a:rPr>
              <a:t> Drupal has a strong commitment to meeting WCAG and ATAG compliance</a:t>
            </a:r>
            <a:br>
              <a:rPr lang="en-US" sz="1100">
                <a:solidFill>
                  <a:schemeClr val="dk1"/>
                </a:solidFill>
                <a:latin typeface="Noto Sans"/>
                <a:ea typeface="Noto Sans"/>
                <a:cs typeface="Noto Sans"/>
                <a:sym typeface="Noto Sans"/>
              </a:rPr>
            </a:br>
            <a:r>
              <a:rPr lang="en-US" sz="1100">
                <a:solidFill>
                  <a:schemeClr val="dk1"/>
                </a:solidFill>
                <a:latin typeface="Noto Sans"/>
                <a:ea typeface="Noto Sans"/>
                <a:cs typeface="Noto Sans"/>
                <a:sym typeface="Noto Sans"/>
              </a:rPr>
              <a:t>Content creators and editor can easily create </a:t>
            </a:r>
            <a:r>
              <a:rPr lang="en-US" sz="1100">
                <a:solidFill>
                  <a:schemeClr val="dk1"/>
                </a:solidFill>
                <a:latin typeface="Noto Sans"/>
                <a:ea typeface="Noto Sans"/>
                <a:cs typeface="Noto Sans"/>
                <a:sym typeface="Noto Sans"/>
              </a:rPr>
              <a:t>accessible</a:t>
            </a:r>
            <a:r>
              <a:rPr lang="en-US" sz="1100">
                <a:solidFill>
                  <a:schemeClr val="dk1"/>
                </a:solidFill>
                <a:latin typeface="Noto Sans"/>
                <a:ea typeface="Noto Sans"/>
                <a:cs typeface="Noto Sans"/>
                <a:sym typeface="Noto Sans"/>
              </a:rPr>
              <a:t> content by default</a:t>
            </a:r>
            <a:endParaRPr sz="1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f7b61a953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f7b61a9531_0_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Add next-generation technologies like AI when you need them</a:t>
            </a:r>
            <a:endParaRPr sz="1100">
              <a:solidFill>
                <a:schemeClr val="dk1"/>
              </a:solidFill>
              <a:latin typeface="Noto Sans"/>
              <a:ea typeface="Noto Sans"/>
              <a:cs typeface="Noto Sans"/>
              <a:sym typeface="Noto Sans"/>
            </a:endParaRPr>
          </a:p>
          <a:p>
            <a:pPr indent="0" lvl="0" marL="0" rtl="0" algn="l">
              <a:spcBef>
                <a:spcPts val="1000"/>
              </a:spcBef>
              <a:spcAft>
                <a:spcPts val="0"/>
              </a:spcAft>
              <a:buNone/>
            </a:pPr>
            <a:r>
              <a:t/>
            </a:r>
            <a:endParaRPr sz="1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f7b61a953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f7b61a9531_0_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f7b61a953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f7b61a9531_0_2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d1209b7ee6_0_168:notes"/>
          <p:cNvSpPr/>
          <p:nvPr>
            <p:ph idx="2" type="sldImg"/>
          </p:nvPr>
        </p:nvSpPr>
        <p:spPr>
          <a:xfrm>
            <a:off x="425885"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d1209b7ee6_0_168:notes"/>
          <p:cNvSpPr txBox="1"/>
          <p:nvPr>
            <p:ph idx="1" type="body"/>
          </p:nvPr>
        </p:nvSpPr>
        <p:spPr>
          <a:xfrm>
            <a:off x="450937" y="2200275"/>
            <a:ext cx="3607500" cy="1800300"/>
          </a:xfrm>
          <a:prstGeom prst="rect">
            <a:avLst/>
          </a:prstGeom>
          <a:noFill/>
          <a:ln>
            <a:noFill/>
          </a:ln>
        </p:spPr>
        <p:txBody>
          <a:bodyPr anchorCtr="0" anchor="t" bIns="27650" lIns="55325" spcFirstLastPara="1" rIns="55325" wrap="square" tIns="27650">
            <a:noAutofit/>
          </a:bodyPr>
          <a:lstStyle/>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Community-supported software (lots of “eyes on the code”)</a:t>
            </a:r>
            <a:endParaRPr sz="1100">
              <a:solidFill>
                <a:schemeClr val="dk1"/>
              </a:solidFill>
              <a:latin typeface="Arial"/>
              <a:ea typeface="Arial"/>
              <a:cs typeface="Arial"/>
              <a:sym typeface="Arial"/>
            </a:endParaRPr>
          </a:p>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Clients/brands maintain ownership of their own data; no vendor lock-in; “ownership of your content” (particularly important to EU and Canadian organizations that are legislated to have this)</a:t>
            </a:r>
            <a:endParaRPr sz="1100">
              <a:solidFill>
                <a:schemeClr val="dk1"/>
              </a:solidFill>
              <a:latin typeface="Arial"/>
              <a:ea typeface="Arial"/>
              <a:cs typeface="Arial"/>
              <a:sym typeface="Arial"/>
            </a:endParaRPr>
          </a:p>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Support is available: </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support base of 35K developers (based on surveys, organizations on Drupal.org), </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solid network of certified partners for clients/brands to choose from</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reassurance of the security of the Drupal market</a:t>
            </a:r>
            <a:endParaRPr/>
          </a:p>
        </p:txBody>
      </p:sp>
      <p:sp>
        <p:nvSpPr>
          <p:cNvPr id="329" name="Google Shape;329;g2d1209b7ee6_0_168:notes"/>
          <p:cNvSpPr txBox="1"/>
          <p:nvPr>
            <p:ph idx="12" type="sldNum"/>
          </p:nvPr>
        </p:nvSpPr>
        <p:spPr>
          <a:xfrm>
            <a:off x="2554266" y="4342607"/>
            <a:ext cx="1954200" cy="229500"/>
          </a:xfrm>
          <a:prstGeom prst="rect">
            <a:avLst/>
          </a:prstGeom>
          <a:noFill/>
          <a:ln>
            <a:noFill/>
          </a:ln>
        </p:spPr>
        <p:txBody>
          <a:bodyPr anchorCtr="0" anchor="b" bIns="27650" lIns="55325" spcFirstLastPara="1" rIns="55325" wrap="square" tIns="27650">
            <a:noAutofit/>
          </a:bodyPr>
          <a:lstStyle/>
          <a:p>
            <a:pPr indent="0" lvl="0" marL="0" rtl="0" algn="r">
              <a:spcBef>
                <a:spcPts val="0"/>
              </a:spcBef>
              <a:spcAft>
                <a:spcPts val="0"/>
              </a:spcAft>
              <a:buNone/>
            </a:pPr>
            <a:fld id="{00000000-1234-1234-1234-123412341234}" type="slidenum">
              <a:rPr lang="en-US" sz="800"/>
              <a:t>‹#›</a:t>
            </a:fld>
            <a:endParaRPr sz="8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7b61a953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7b61a9531_0_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f7b61a9531_0_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f7b61a9531_0_2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f7b61a9531_0_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f7b61a9531_0_2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f7b61a9531_0_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f7b61a9531_0_2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f7b61a9531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f7b61a9531_0_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f7b61a9531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f7b61a9531_0_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f7b61a9531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f7b61a9531_0_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f7b61a9531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f7b61a9531_0_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f7b61a9531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f7b61a9531_0_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f7b61a9531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f7b61a9531_1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ca47f64ac9_0_3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g2ca47f64ac9_0_3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a web content management platform and it was created in 2001, yes 22 years ago by Dries Buytaert a Belgian that wanted to build a message board for his friends to communicate in their dorms.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written in PHP and the latest version uses Symfony 6.2</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According to W3Techs, PHP is used by around 79% of all websites. Other open source projects like Wordpress and Typo3 also uses PHP.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ca47f64ac9_0_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2ca47f64ac9_0_3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a web content management platform and it was created in 2001, yes 22 years ago by Dries Buytaert a Belgian that wanted to build a message board for his friends to communicate in their dorms.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written in PHP and the latest version uses Symfony 6.2</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According to W3Techs, PHP is used by around 79% of all websites. Other open source projects like Wordpress and Typo3 also uses PHP.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But not all open source software is backed by companies with the intention to generate business with it.</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There also exists software that is created </a:t>
            </a:r>
            <a:r>
              <a:rPr b="1" lang="en-US"/>
              <a:t>decentralized</a:t>
            </a:r>
            <a:r>
              <a:rPr lang="en-US" sz="2200">
                <a:latin typeface="Helvetica Neue"/>
                <a:ea typeface="Helvetica Neue"/>
                <a:cs typeface="Helvetica Neue"/>
                <a:sym typeface="Helvetica Neue"/>
              </a:rPr>
              <a:t>. In today’s software world, this is becoming more and more of a unicorn. When I say decentralised, I mean that decision making is not done by one large company that decides what should go next into the project. Decentralised project gives contributors the autonomy to take decision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Today I want to tell you how we managed to build software in a </a:t>
            </a:r>
            <a:r>
              <a:rPr b="1" lang="en-US"/>
              <a:t>decentralized</a:t>
            </a:r>
            <a:r>
              <a:rPr lang="en-US" sz="2200">
                <a:latin typeface="Helvetica Neue"/>
                <a:ea typeface="Helvetica Neue"/>
                <a:cs typeface="Helvetica Neue"/>
                <a:sym typeface="Helvetica Neue"/>
              </a:rPr>
              <a:t> way and still be relevant and successful in a very competitive market.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000"/>
              <a:t>You probably already know what open source is, but here is a brief summary about what open source is all about. </a:t>
            </a:r>
            <a:endParaRPr/>
          </a:p>
          <a:p>
            <a:pPr indent="0" lvl="0" marL="0" rtl="0" algn="l">
              <a:lnSpc>
                <a:spcPct val="117999"/>
              </a:lnSpc>
              <a:spcBef>
                <a:spcPts val="0"/>
              </a:spcBef>
              <a:spcAft>
                <a:spcPts val="0"/>
              </a:spcAft>
              <a:buNone/>
            </a:pPr>
            <a:r>
              <a:t/>
            </a:r>
            <a:endParaRPr sz="2000"/>
          </a:p>
          <a:p>
            <a:pPr indent="0" lvl="0" marL="0" rtl="0" algn="l">
              <a:lnSpc>
                <a:spcPct val="117999"/>
              </a:lnSpc>
              <a:spcBef>
                <a:spcPts val="0"/>
              </a:spcBef>
              <a:spcAft>
                <a:spcPts val="0"/>
              </a:spcAft>
              <a:buNone/>
            </a:pPr>
            <a:r>
              <a:rPr lang="en-US" sz="2000"/>
              <a:t>Open source software is also referred to as free software and it is distributed with a usage license that grants you four essential rights: </a:t>
            </a:r>
            <a:endParaRPr/>
          </a:p>
          <a:p>
            <a:pPr indent="0" lvl="0" marL="0" rtl="0" algn="l">
              <a:lnSpc>
                <a:spcPct val="117999"/>
              </a:lnSpc>
              <a:spcBef>
                <a:spcPts val="0"/>
              </a:spcBef>
              <a:spcAft>
                <a:spcPts val="0"/>
              </a:spcAft>
              <a:buNone/>
            </a:pPr>
            <a:r>
              <a:rPr lang="en-US" sz="2000"/>
              <a:t> - You can </a:t>
            </a:r>
            <a:r>
              <a:rPr b="1" lang="en-US"/>
              <a:t>use the software for anything</a:t>
            </a:r>
            <a:r>
              <a:rPr lang="en-US" sz="2000"/>
              <a:t>, as much as you want and without any restrictions such as license expiry or geographic limitations.</a:t>
            </a:r>
            <a:endParaRPr/>
          </a:p>
          <a:p>
            <a:pPr indent="0" lvl="0" marL="0" rtl="0" algn="l">
              <a:lnSpc>
                <a:spcPct val="117999"/>
              </a:lnSpc>
              <a:spcBef>
                <a:spcPts val="0"/>
              </a:spcBef>
              <a:spcAft>
                <a:spcPts val="0"/>
              </a:spcAft>
              <a:buNone/>
            </a:pPr>
            <a:r>
              <a:rPr lang="en-US" sz="2000"/>
              <a:t>- You can </a:t>
            </a:r>
            <a:r>
              <a:rPr b="1" lang="en-US"/>
              <a:t>study and analyze the source code</a:t>
            </a:r>
            <a:r>
              <a:rPr lang="en-US" sz="2000"/>
              <a:t> in detail without non‐disclosure agreements or similar restrictions.</a:t>
            </a:r>
            <a:endParaRPr/>
          </a:p>
          <a:p>
            <a:pPr indent="0" lvl="0" marL="0" rtl="0" algn="l">
              <a:lnSpc>
                <a:spcPct val="117999"/>
              </a:lnSpc>
              <a:spcBef>
                <a:spcPts val="0"/>
              </a:spcBef>
              <a:spcAft>
                <a:spcPts val="0"/>
              </a:spcAft>
              <a:buNone/>
            </a:pPr>
            <a:r>
              <a:rPr lang="en-US" sz="2000"/>
              <a:t>- You can </a:t>
            </a:r>
            <a:r>
              <a:rPr b="1" lang="en-US"/>
              <a:t>improve or modify the software to better meet your requirements</a:t>
            </a:r>
            <a:r>
              <a:rPr lang="en-US" sz="2000"/>
              <a:t> and you can share these improvements publicly.</a:t>
            </a:r>
            <a:endParaRPr/>
          </a:p>
          <a:p>
            <a:pPr indent="0" lvl="0" marL="0" rtl="0" algn="l">
              <a:lnSpc>
                <a:spcPct val="117999"/>
              </a:lnSpc>
              <a:spcBef>
                <a:spcPts val="0"/>
              </a:spcBef>
              <a:spcAft>
                <a:spcPts val="0"/>
              </a:spcAft>
              <a:buNone/>
            </a:pPr>
            <a:r>
              <a:rPr lang="en-US" sz="2000"/>
              <a:t>- You can </a:t>
            </a:r>
            <a:r>
              <a:rPr b="1" lang="en-US"/>
              <a:t>copy the software and share it with anyone at virtually no cost</a:t>
            </a:r>
            <a:r>
              <a:rPr lang="en-US" sz="2000"/>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ca47f64ac9_0_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g2ca47f64ac9_0_3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ca47f64ac9_0_3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g2ca47f64ac9_0_3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But not all open source software is backed by companies with the intention to generate business with it.</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There also exists software that is created </a:t>
            </a:r>
            <a:r>
              <a:rPr b="1" lang="en-US"/>
              <a:t>decentralized</a:t>
            </a:r>
            <a:r>
              <a:rPr lang="en-US" sz="2200">
                <a:latin typeface="Helvetica Neue"/>
                <a:ea typeface="Helvetica Neue"/>
                <a:cs typeface="Helvetica Neue"/>
                <a:sym typeface="Helvetica Neue"/>
              </a:rPr>
              <a:t>. In today’s software world, this is becoming more and more of a unicorn. When I say decentralised, I mean that decision making is not done by one large company that decides what should go next into the project. Decentralised project gives contributors the autonomy to take decision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Today I want to tell you how we managed to build software in a </a:t>
            </a:r>
            <a:r>
              <a:rPr b="1" lang="en-US"/>
              <a:t>decentralized</a:t>
            </a:r>
            <a:r>
              <a:rPr lang="en-US" sz="2200">
                <a:latin typeface="Helvetica Neue"/>
                <a:ea typeface="Helvetica Neue"/>
                <a:cs typeface="Helvetica Neue"/>
                <a:sym typeface="Helvetica Neue"/>
              </a:rPr>
              <a:t> way and still be relevant and successful in a very competitive market.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Now I want to play a game with you - the buzzword game.</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Have you heard about those buzzwords?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Mobile first</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API first</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Accessibility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Multilingual</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Composable stack</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Headless</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AI powered</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Low code / no code</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Did you know that Drupal is all of that and even more?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ca47f64ac9_0_3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g2ca47f64ac9_0_3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ca47f64ac9_0_402:notes"/>
          <p:cNvSpPr/>
          <p:nvPr>
            <p:ph idx="2" type="sldImg"/>
          </p:nvPr>
        </p:nvSpPr>
        <p:spPr>
          <a:xfrm>
            <a:off x="425885"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2ca47f64ac9_0_402:notes"/>
          <p:cNvSpPr txBox="1"/>
          <p:nvPr>
            <p:ph idx="1" type="body"/>
          </p:nvPr>
        </p:nvSpPr>
        <p:spPr>
          <a:xfrm>
            <a:off x="450937" y="2200275"/>
            <a:ext cx="3607500" cy="1800300"/>
          </a:xfrm>
          <a:prstGeom prst="rect">
            <a:avLst/>
          </a:prstGeom>
          <a:noFill/>
          <a:ln>
            <a:noFill/>
          </a:ln>
        </p:spPr>
        <p:txBody>
          <a:bodyPr anchorCtr="0" anchor="t" bIns="27650" lIns="55325" spcFirstLastPara="1" rIns="55325" wrap="square" tIns="27650">
            <a:noAutofit/>
          </a:bodyPr>
          <a:lstStyle/>
          <a:p>
            <a:pPr indent="0" lvl="0" marL="0" rtl="0" algn="l">
              <a:spcBef>
                <a:spcPts val="0"/>
              </a:spcBef>
              <a:spcAft>
                <a:spcPts val="0"/>
              </a:spcAft>
              <a:buNone/>
            </a:pPr>
            <a:r>
              <a:t/>
            </a:r>
            <a:endParaRPr/>
          </a:p>
        </p:txBody>
      </p:sp>
      <p:sp>
        <p:nvSpPr>
          <p:cNvPr id="513" name="Google Shape;513;g2ca47f64ac9_0_402:notes"/>
          <p:cNvSpPr txBox="1"/>
          <p:nvPr>
            <p:ph idx="12" type="sldNum"/>
          </p:nvPr>
        </p:nvSpPr>
        <p:spPr>
          <a:xfrm>
            <a:off x="2554266" y="4342607"/>
            <a:ext cx="1954200" cy="229500"/>
          </a:xfrm>
          <a:prstGeom prst="rect">
            <a:avLst/>
          </a:prstGeom>
          <a:noFill/>
          <a:ln>
            <a:noFill/>
          </a:ln>
        </p:spPr>
        <p:txBody>
          <a:bodyPr anchorCtr="0" anchor="b" bIns="27650" lIns="55325" spcFirstLastPara="1" rIns="55325" wrap="square" tIns="27650">
            <a:noAutofit/>
          </a:bodyPr>
          <a:lstStyle/>
          <a:p>
            <a:pPr indent="0" lvl="0" marL="0" rtl="0" algn="r">
              <a:spcBef>
                <a:spcPts val="0"/>
              </a:spcBef>
              <a:spcAft>
                <a:spcPts val="0"/>
              </a:spcAft>
              <a:buNone/>
            </a:pPr>
            <a:fld id="{00000000-1234-1234-1234-123412341234}" type="slidenum">
              <a:rPr lang="en-US" sz="800"/>
              <a:t>‹#›</a:t>
            </a:fld>
            <a:endParaRPr sz="8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ca47f64ac9_0_3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g2ca47f64ac9_0_3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That our organisations that are some of the largest users of Drupal are not just using the software, they are also actively contributing to the project.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I took an example from Drupal.org where we measure contribution and like we see as an example, the European Commission has over 79 people registered on Drupal.org.</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remains unique in the open source world for the power of our contribution credit system. All kinds of contribution activity on Drupal.org can be attributed to individuals and organizations, giving us important insight into the ecosystem that drives contribution.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This contribution system also plays an important role in promoting individuals, companies and organizations who give back to the project and community. We use an organization's contribution history to rank them in the Drupal.org marketplace, and an individual's contribution history is a powerful tool for organizations to find talent, and for Drupal contributors to find work.</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Our credit system is designed so that only project maintainers can ultimately grant credit. This means that there is always an element of human review.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8.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type="tx">
  <p:cSld name="TITLE_AND_BODY">
    <p:spTree>
      <p:nvGrpSpPr>
        <p:cNvPr id="9" name="Shape 9"/>
        <p:cNvGrpSpPr/>
        <p:nvPr/>
      </p:nvGrpSpPr>
      <p:grpSpPr>
        <a:xfrm>
          <a:off x="0" y="0"/>
          <a:ext cx="0" cy="0"/>
          <a:chOff x="0" y="0"/>
          <a:chExt cx="0" cy="0"/>
        </a:xfrm>
      </p:grpSpPr>
      <p:sp>
        <p:nvSpPr>
          <p:cNvPr id="10" name="Google Shape;10;p2"/>
          <p:cNvSpPr/>
          <p:nvPr>
            <p:ph idx="2" type="pic"/>
          </p:nvPr>
        </p:nvSpPr>
        <p:spPr>
          <a:xfrm>
            <a:off x="10960100" y="3149600"/>
            <a:ext cx="13944600" cy="9296400"/>
          </a:xfrm>
          <a:prstGeom prst="rect">
            <a:avLst/>
          </a:prstGeom>
          <a:noFill/>
          <a:ln>
            <a:noFill/>
          </a:ln>
        </p:spPr>
      </p:sp>
      <p:sp>
        <p:nvSpPr>
          <p:cNvPr id="11" name="Google Shape;11;p2"/>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2" name="Google Shape;12;p2"/>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13" name="Google Shape;13;p2"/>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4" name="Shape 14"/>
        <p:cNvGrpSpPr/>
        <p:nvPr/>
      </p:nvGrpSpPr>
      <p:grpSpPr>
        <a:xfrm>
          <a:off x="0" y="0"/>
          <a:ext cx="0" cy="0"/>
          <a:chOff x="0" y="0"/>
          <a:chExt cx="0" cy="0"/>
        </a:xfrm>
      </p:grpSpPr>
      <p:sp>
        <p:nvSpPr>
          <p:cNvPr id="15" name="Google Shape;15;p3"/>
          <p:cNvSpPr/>
          <p:nvPr>
            <p:ph idx="2" type="pic"/>
          </p:nvPr>
        </p:nvSpPr>
        <p:spPr>
          <a:xfrm>
            <a:off x="-50800" y="-1270000"/>
            <a:ext cx="24485600" cy="16323734"/>
          </a:xfrm>
          <a:prstGeom prst="rect">
            <a:avLst/>
          </a:prstGeom>
          <a:noFill/>
          <a:ln>
            <a:noFill/>
          </a:ln>
        </p:spPr>
      </p:sp>
      <p:sp>
        <p:nvSpPr>
          <p:cNvPr id="16" name="Google Shape;16;p3"/>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7" name="Shape 17"/>
        <p:cNvGrpSpPr/>
        <p:nvPr/>
      </p:nvGrpSpPr>
      <p:grpSpPr>
        <a:xfrm>
          <a:off x="0" y="0"/>
          <a:ext cx="0" cy="0"/>
          <a:chOff x="0" y="0"/>
          <a:chExt cx="0" cy="0"/>
        </a:xfrm>
      </p:grpSpPr>
      <p:sp>
        <p:nvSpPr>
          <p:cNvPr id="18" name="Google Shape;18;p4"/>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9" name="Google Shape;19;p4"/>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20" name="Google Shape;20;p4"/>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21" name="Shape 21"/>
        <p:cNvGrpSpPr/>
        <p:nvPr/>
      </p:nvGrpSpPr>
      <p:grpSpPr>
        <a:xfrm>
          <a:off x="0" y="0"/>
          <a:ext cx="0" cy="0"/>
          <a:chOff x="0" y="0"/>
          <a:chExt cx="0" cy="0"/>
        </a:xfrm>
      </p:grpSpPr>
      <p:sp>
        <p:nvSpPr>
          <p:cNvPr id="22" name="Google Shape;22;p5"/>
          <p:cNvSpPr/>
          <p:nvPr>
            <p:ph idx="2" type="pic"/>
          </p:nvPr>
        </p:nvSpPr>
        <p:spPr>
          <a:xfrm>
            <a:off x="3125968" y="-393700"/>
            <a:ext cx="18135601" cy="12090400"/>
          </a:xfrm>
          <a:prstGeom prst="rect">
            <a:avLst/>
          </a:prstGeom>
          <a:noFill/>
          <a:ln>
            <a:noFill/>
          </a:ln>
        </p:spPr>
      </p:sp>
      <p:sp>
        <p:nvSpPr>
          <p:cNvPr id="23" name="Google Shape;23;p5"/>
          <p:cNvSpPr txBox="1"/>
          <p:nvPr>
            <p:ph type="title"/>
          </p:nvPr>
        </p:nvSpPr>
        <p:spPr>
          <a:xfrm>
            <a:off x="635000" y="9512300"/>
            <a:ext cx="23114000" cy="20066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4" name="Google Shape;24;p5"/>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25" name="Google Shape;25;p5"/>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re">
  <p:cSld name="Title - Centre">
    <p:spTree>
      <p:nvGrpSpPr>
        <p:cNvPr id="26" name="Shape 26"/>
        <p:cNvGrpSpPr/>
        <p:nvPr/>
      </p:nvGrpSpPr>
      <p:grpSpPr>
        <a:xfrm>
          <a:off x="0" y="0"/>
          <a:ext cx="0" cy="0"/>
          <a:chOff x="0" y="0"/>
          <a:chExt cx="0" cy="0"/>
        </a:xfrm>
      </p:grpSpPr>
      <p:sp>
        <p:nvSpPr>
          <p:cNvPr id="27" name="Google Shape;27;p6"/>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8" name="Google Shape;28;p6"/>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29" name="Shape 29"/>
        <p:cNvGrpSpPr/>
        <p:nvPr/>
      </p:nvGrpSpPr>
      <p:grpSpPr>
        <a:xfrm>
          <a:off x="0" y="0"/>
          <a:ext cx="0" cy="0"/>
          <a:chOff x="0" y="0"/>
          <a:chExt cx="0" cy="0"/>
        </a:xfrm>
      </p:grpSpPr>
      <p:sp>
        <p:nvSpPr>
          <p:cNvPr id="30" name="Google Shape;30;p7"/>
          <p:cNvSpPr/>
          <p:nvPr>
            <p:ph idx="2" type="pic"/>
          </p:nvPr>
        </p:nvSpPr>
        <p:spPr>
          <a:xfrm>
            <a:off x="12827000" y="952500"/>
            <a:ext cx="11468100" cy="11468100"/>
          </a:xfrm>
          <a:prstGeom prst="rect">
            <a:avLst/>
          </a:prstGeom>
          <a:noFill/>
          <a:ln>
            <a:noFill/>
          </a:ln>
        </p:spPr>
      </p:sp>
      <p:sp>
        <p:nvSpPr>
          <p:cNvPr id="31" name="Google Shape;31;p7"/>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solidFill>
                  <a:srgbClr val="000000"/>
                </a:solidFill>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2" name="Google Shape;32;p7"/>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33" name="Google Shape;33;p7"/>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34" name="Shape 34"/>
        <p:cNvGrpSpPr/>
        <p:nvPr/>
      </p:nvGrpSpPr>
      <p:grpSpPr>
        <a:xfrm>
          <a:off x="0" y="0"/>
          <a:ext cx="0" cy="0"/>
          <a:chOff x="0" y="0"/>
          <a:chExt cx="0" cy="0"/>
        </a:xfrm>
      </p:grpSpPr>
      <p:sp>
        <p:nvSpPr>
          <p:cNvPr id="35" name="Google Shape;35;p8"/>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6" name="Google Shape;36;p8"/>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37" name="Shape 37"/>
        <p:cNvGrpSpPr/>
        <p:nvPr/>
      </p:nvGrpSpPr>
      <p:grpSpPr>
        <a:xfrm>
          <a:off x="0" y="0"/>
          <a:ext cx="0" cy="0"/>
          <a:chOff x="0" y="0"/>
          <a:chExt cx="0" cy="0"/>
        </a:xfrm>
      </p:grpSpPr>
      <p:sp>
        <p:nvSpPr>
          <p:cNvPr id="38" name="Google Shape;38;p9"/>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9" name="Google Shape;39;p9"/>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1117600" lvl="0" marL="457200" algn="l">
              <a:lnSpc>
                <a:spcPct val="80000"/>
              </a:lnSpc>
              <a:spcBef>
                <a:spcPts val="5900"/>
              </a:spcBef>
              <a:spcAft>
                <a:spcPts val="0"/>
              </a:spcAft>
              <a:buClr>
                <a:srgbClr val="FFFFFF"/>
              </a:buClr>
              <a:buSzPts val="14000"/>
              <a:buFont typeface="Helvetica Neue"/>
              <a:buChar char="•"/>
              <a:defRPr sz="11200"/>
            </a:lvl1pPr>
            <a:lvl2pPr indent="-1117600" lvl="1" marL="914400" algn="l">
              <a:lnSpc>
                <a:spcPct val="80000"/>
              </a:lnSpc>
              <a:spcBef>
                <a:spcPts val="5900"/>
              </a:spcBef>
              <a:spcAft>
                <a:spcPts val="0"/>
              </a:spcAft>
              <a:buClr>
                <a:srgbClr val="FFFFFF"/>
              </a:buClr>
              <a:buSzPts val="14000"/>
              <a:buFont typeface="Helvetica Neue"/>
              <a:buChar char="•"/>
              <a:defRPr sz="11200"/>
            </a:lvl2pPr>
            <a:lvl3pPr indent="-1117600" lvl="2" marL="1371600" algn="l">
              <a:lnSpc>
                <a:spcPct val="80000"/>
              </a:lnSpc>
              <a:spcBef>
                <a:spcPts val="5900"/>
              </a:spcBef>
              <a:spcAft>
                <a:spcPts val="0"/>
              </a:spcAft>
              <a:buClr>
                <a:srgbClr val="FFFFFF"/>
              </a:buClr>
              <a:buSzPts val="14000"/>
              <a:buFont typeface="Helvetica Neue"/>
              <a:buChar char="•"/>
              <a:defRPr sz="11200"/>
            </a:lvl3pPr>
            <a:lvl4pPr indent="-1117600" lvl="3" marL="1828800" algn="l">
              <a:lnSpc>
                <a:spcPct val="80000"/>
              </a:lnSpc>
              <a:spcBef>
                <a:spcPts val="5900"/>
              </a:spcBef>
              <a:spcAft>
                <a:spcPts val="0"/>
              </a:spcAft>
              <a:buClr>
                <a:srgbClr val="FFFFFF"/>
              </a:buClr>
              <a:buSzPts val="14000"/>
              <a:buFont typeface="Helvetica Neue"/>
              <a:buChar char="•"/>
              <a:defRPr sz="11200"/>
            </a:lvl4pPr>
            <a:lvl5pPr indent="-1117600" lvl="4" marL="2286000" algn="l">
              <a:lnSpc>
                <a:spcPct val="80000"/>
              </a:lnSpc>
              <a:spcBef>
                <a:spcPts val="5900"/>
              </a:spcBef>
              <a:spcAft>
                <a:spcPts val="0"/>
              </a:spcAft>
              <a:buClr>
                <a:srgbClr val="FFFFFF"/>
              </a:buClr>
              <a:buSzPts val="14000"/>
              <a:buFont typeface="Helvetica Neue"/>
              <a:buChar char="•"/>
              <a:defRPr sz="112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0" name="Google Shape;40;p9"/>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Small">
  <p:cSld name="Title, Bullets &amp; Live Video Small">
    <p:spTree>
      <p:nvGrpSpPr>
        <p:cNvPr id="41" name="Shape 41"/>
        <p:cNvGrpSpPr/>
        <p:nvPr/>
      </p:nvGrpSpPr>
      <p:grpSpPr>
        <a:xfrm>
          <a:off x="0" y="0"/>
          <a:ext cx="0" cy="0"/>
          <a:chOff x="0" y="0"/>
          <a:chExt cx="0" cy="0"/>
        </a:xfrm>
      </p:grpSpPr>
      <p:sp>
        <p:nvSpPr>
          <p:cNvPr id="42" name="Google Shape;42;p10"/>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43" name="Google Shape;43;p10"/>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4" name="Google Shape;44;p10"/>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Large">
  <p:cSld name="Title, Bullets &amp; Live Video Large">
    <p:spTree>
      <p:nvGrpSpPr>
        <p:cNvPr id="45" name="Shape 45"/>
        <p:cNvGrpSpPr/>
        <p:nvPr/>
      </p:nvGrpSpPr>
      <p:grpSpPr>
        <a:xfrm>
          <a:off x="0" y="0"/>
          <a:ext cx="0" cy="0"/>
          <a:chOff x="0" y="0"/>
          <a:chExt cx="0" cy="0"/>
        </a:xfrm>
      </p:grpSpPr>
      <p:sp>
        <p:nvSpPr>
          <p:cNvPr id="46" name="Google Shape;46;p1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47" name="Google Shape;47;p11"/>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8" name="Google Shape;48;p11"/>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49" name="Shape 49"/>
        <p:cNvGrpSpPr/>
        <p:nvPr/>
      </p:nvGrpSpPr>
      <p:grpSpPr>
        <a:xfrm>
          <a:off x="0" y="0"/>
          <a:ext cx="0" cy="0"/>
          <a:chOff x="0" y="0"/>
          <a:chExt cx="0" cy="0"/>
        </a:xfrm>
      </p:grpSpPr>
      <p:sp>
        <p:nvSpPr>
          <p:cNvPr id="50" name="Google Shape;50;p12"/>
          <p:cNvSpPr txBox="1"/>
          <p:nvPr>
            <p:ph idx="1" type="body"/>
          </p:nvPr>
        </p:nvSpPr>
        <p:spPr>
          <a:xfrm>
            <a:off x="1689100" y="1778000"/>
            <a:ext cx="21005800" cy="10160000"/>
          </a:xfrm>
          <a:prstGeom prst="rect">
            <a:avLst/>
          </a:prstGeom>
          <a:noFill/>
          <a:ln>
            <a:noFill/>
          </a:ln>
        </p:spPr>
        <p:txBody>
          <a:bodyPr anchorCtr="0" anchor="ctr" bIns="50800" lIns="50800" spcFirstLastPara="1" rIns="50800" wrap="square" tIns="50800">
            <a:normAutofit/>
          </a:bodyPr>
          <a:lstStyle>
            <a:lvl1pPr indent="-1117600" lvl="0" marL="457200" algn="l">
              <a:lnSpc>
                <a:spcPct val="80000"/>
              </a:lnSpc>
              <a:spcBef>
                <a:spcPts val="5900"/>
              </a:spcBef>
              <a:spcAft>
                <a:spcPts val="0"/>
              </a:spcAft>
              <a:buClr>
                <a:srgbClr val="FFFFFF"/>
              </a:buClr>
              <a:buSzPts val="14000"/>
              <a:buFont typeface="Helvetica Neue"/>
              <a:buChar char="•"/>
              <a:defRPr sz="11200"/>
            </a:lvl1pPr>
            <a:lvl2pPr indent="-1117600" lvl="1" marL="914400" algn="l">
              <a:lnSpc>
                <a:spcPct val="80000"/>
              </a:lnSpc>
              <a:spcBef>
                <a:spcPts val="5900"/>
              </a:spcBef>
              <a:spcAft>
                <a:spcPts val="0"/>
              </a:spcAft>
              <a:buClr>
                <a:srgbClr val="FFFFFF"/>
              </a:buClr>
              <a:buSzPts val="14000"/>
              <a:buFont typeface="Helvetica Neue"/>
              <a:buChar char="•"/>
              <a:defRPr sz="11200"/>
            </a:lvl2pPr>
            <a:lvl3pPr indent="-1117600" lvl="2" marL="1371600" algn="l">
              <a:lnSpc>
                <a:spcPct val="80000"/>
              </a:lnSpc>
              <a:spcBef>
                <a:spcPts val="5900"/>
              </a:spcBef>
              <a:spcAft>
                <a:spcPts val="0"/>
              </a:spcAft>
              <a:buClr>
                <a:srgbClr val="FFFFFF"/>
              </a:buClr>
              <a:buSzPts val="14000"/>
              <a:buFont typeface="Helvetica Neue"/>
              <a:buChar char="•"/>
              <a:defRPr sz="11200"/>
            </a:lvl3pPr>
            <a:lvl4pPr indent="-1117600" lvl="3" marL="1828800" algn="l">
              <a:lnSpc>
                <a:spcPct val="80000"/>
              </a:lnSpc>
              <a:spcBef>
                <a:spcPts val="5900"/>
              </a:spcBef>
              <a:spcAft>
                <a:spcPts val="0"/>
              </a:spcAft>
              <a:buClr>
                <a:srgbClr val="FFFFFF"/>
              </a:buClr>
              <a:buSzPts val="14000"/>
              <a:buFont typeface="Helvetica Neue"/>
              <a:buChar char="•"/>
              <a:defRPr sz="11200"/>
            </a:lvl4pPr>
            <a:lvl5pPr indent="-1117600" lvl="4" marL="2286000" algn="l">
              <a:lnSpc>
                <a:spcPct val="80000"/>
              </a:lnSpc>
              <a:spcBef>
                <a:spcPts val="5900"/>
              </a:spcBef>
              <a:spcAft>
                <a:spcPts val="0"/>
              </a:spcAft>
              <a:buClr>
                <a:srgbClr val="FFFFFF"/>
              </a:buClr>
              <a:buSzPts val="14000"/>
              <a:buFont typeface="Helvetica Neue"/>
              <a:buChar char="•"/>
              <a:defRPr sz="112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51" name="Google Shape;51;p12"/>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52" name="Shape 52"/>
        <p:cNvGrpSpPr/>
        <p:nvPr/>
      </p:nvGrpSpPr>
      <p:grpSpPr>
        <a:xfrm>
          <a:off x="0" y="0"/>
          <a:ext cx="0" cy="0"/>
          <a:chOff x="0" y="0"/>
          <a:chExt cx="0" cy="0"/>
        </a:xfrm>
      </p:grpSpPr>
      <p:sp>
        <p:nvSpPr>
          <p:cNvPr id="53" name="Google Shape;53;p13"/>
          <p:cNvSpPr/>
          <p:nvPr>
            <p:ph idx="2" type="pic"/>
          </p:nvPr>
        </p:nvSpPr>
        <p:spPr>
          <a:xfrm>
            <a:off x="15300325" y="7048500"/>
            <a:ext cx="8324850" cy="5549900"/>
          </a:xfrm>
          <a:prstGeom prst="rect">
            <a:avLst/>
          </a:prstGeom>
          <a:noFill/>
          <a:ln>
            <a:noFill/>
          </a:ln>
        </p:spPr>
      </p:sp>
      <p:sp>
        <p:nvSpPr>
          <p:cNvPr id="54" name="Google Shape;54;p13"/>
          <p:cNvSpPr/>
          <p:nvPr>
            <p:ph idx="3" type="pic"/>
          </p:nvPr>
        </p:nvSpPr>
        <p:spPr>
          <a:xfrm>
            <a:off x="15760700" y="863600"/>
            <a:ext cx="7404100" cy="7404100"/>
          </a:xfrm>
          <a:prstGeom prst="rect">
            <a:avLst/>
          </a:prstGeom>
          <a:noFill/>
          <a:ln>
            <a:noFill/>
          </a:ln>
        </p:spPr>
      </p:sp>
      <p:sp>
        <p:nvSpPr>
          <p:cNvPr id="55" name="Google Shape;55;p13"/>
          <p:cNvSpPr/>
          <p:nvPr>
            <p:ph idx="4" type="pic"/>
          </p:nvPr>
        </p:nvSpPr>
        <p:spPr>
          <a:xfrm>
            <a:off x="-990600" y="1130300"/>
            <a:ext cx="17202150" cy="11468100"/>
          </a:xfrm>
          <a:prstGeom prst="rect">
            <a:avLst/>
          </a:prstGeom>
          <a:noFill/>
          <a:ln>
            <a:noFill/>
          </a:ln>
        </p:spPr>
      </p:sp>
      <p:sp>
        <p:nvSpPr>
          <p:cNvPr id="56" name="Google Shape;56;p13"/>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7" name="Shape 57"/>
        <p:cNvGrpSpPr/>
        <p:nvPr/>
      </p:nvGrpSpPr>
      <p:grpSpPr>
        <a:xfrm>
          <a:off x="0" y="0"/>
          <a:ext cx="0" cy="0"/>
          <a:chOff x="0" y="0"/>
          <a:chExt cx="0" cy="0"/>
        </a:xfrm>
      </p:grpSpPr>
      <p:sp>
        <p:nvSpPr>
          <p:cNvPr id="58" name="Google Shape;58;p14"/>
          <p:cNvSpPr txBox="1"/>
          <p:nvPr>
            <p:ph idx="1" type="body"/>
          </p:nvPr>
        </p:nvSpPr>
        <p:spPr>
          <a:xfrm>
            <a:off x="2387600" y="8953500"/>
            <a:ext cx="19621500" cy="5842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solidFill>
                  <a:srgbClr val="000000"/>
                </a:solidFill>
              </a:defRPr>
            </a:lvl1pPr>
            <a:lvl2pPr indent="-371475" lvl="1" marL="914400" algn="l">
              <a:lnSpc>
                <a:spcPct val="80000"/>
              </a:lnSpc>
              <a:spcBef>
                <a:spcPts val="5900"/>
              </a:spcBef>
              <a:spcAft>
                <a:spcPts val="0"/>
              </a:spcAft>
              <a:buClr>
                <a:srgbClr val="FFFFFF"/>
              </a:buClr>
              <a:buSzPts val="2250"/>
              <a:buChar char="•"/>
              <a:defRPr/>
            </a:lvl2pPr>
            <a:lvl3pPr indent="-371475" lvl="2" marL="1371600" algn="l">
              <a:lnSpc>
                <a:spcPct val="80000"/>
              </a:lnSpc>
              <a:spcBef>
                <a:spcPts val="5900"/>
              </a:spcBef>
              <a:spcAft>
                <a:spcPts val="0"/>
              </a:spcAft>
              <a:buClr>
                <a:srgbClr val="FFFFFF"/>
              </a:buClr>
              <a:buSzPts val="2250"/>
              <a:buChar char="•"/>
              <a:defRPr/>
            </a:lvl3pPr>
            <a:lvl4pPr indent="-371475" lvl="3" marL="1828800" algn="l">
              <a:lnSpc>
                <a:spcPct val="80000"/>
              </a:lnSpc>
              <a:spcBef>
                <a:spcPts val="5900"/>
              </a:spcBef>
              <a:spcAft>
                <a:spcPts val="0"/>
              </a:spcAft>
              <a:buClr>
                <a:srgbClr val="FFFFFF"/>
              </a:buClr>
              <a:buSzPts val="2250"/>
              <a:buChar char="•"/>
              <a:defRPr/>
            </a:lvl4pPr>
            <a:lvl5pPr indent="-371475" lvl="4" marL="2286000" algn="l">
              <a:lnSpc>
                <a:spcPct val="80000"/>
              </a:lnSpc>
              <a:spcBef>
                <a:spcPts val="5900"/>
              </a:spcBef>
              <a:spcAft>
                <a:spcPts val="0"/>
              </a:spcAft>
              <a:buClr>
                <a:srgbClr val="FFFFFF"/>
              </a:buClr>
              <a:buSzPts val="2250"/>
              <a:buChar char="•"/>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59" name="Google Shape;59;p14"/>
          <p:cNvSpPr txBox="1"/>
          <p:nvPr>
            <p:ph idx="2" type="body"/>
          </p:nvPr>
        </p:nvSpPr>
        <p:spPr>
          <a:xfrm>
            <a:off x="2387600" y="6070599"/>
            <a:ext cx="19621500" cy="838201"/>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solidFill>
                  <a:srgbClr val="000000"/>
                </a:solidFill>
              </a:defRPr>
            </a:lvl1pPr>
            <a:lvl2pPr indent="-371475" lvl="1" marL="914400" algn="l">
              <a:lnSpc>
                <a:spcPct val="80000"/>
              </a:lnSpc>
              <a:spcBef>
                <a:spcPts val="5900"/>
              </a:spcBef>
              <a:spcAft>
                <a:spcPts val="0"/>
              </a:spcAft>
              <a:buClr>
                <a:srgbClr val="FFFFFF"/>
              </a:buClr>
              <a:buSzPts val="2250"/>
              <a:buChar char="•"/>
              <a:defRPr/>
            </a:lvl2pPr>
            <a:lvl3pPr indent="-371475" lvl="2" marL="1371600" algn="l">
              <a:lnSpc>
                <a:spcPct val="80000"/>
              </a:lnSpc>
              <a:spcBef>
                <a:spcPts val="5900"/>
              </a:spcBef>
              <a:spcAft>
                <a:spcPts val="0"/>
              </a:spcAft>
              <a:buClr>
                <a:srgbClr val="FFFFFF"/>
              </a:buClr>
              <a:buSzPts val="2250"/>
              <a:buChar char="•"/>
              <a:defRPr/>
            </a:lvl3pPr>
            <a:lvl4pPr indent="-371475" lvl="3" marL="1828800" algn="l">
              <a:lnSpc>
                <a:spcPct val="80000"/>
              </a:lnSpc>
              <a:spcBef>
                <a:spcPts val="5900"/>
              </a:spcBef>
              <a:spcAft>
                <a:spcPts val="0"/>
              </a:spcAft>
              <a:buClr>
                <a:srgbClr val="FFFFFF"/>
              </a:buClr>
              <a:buSzPts val="2250"/>
              <a:buChar char="•"/>
              <a:defRPr/>
            </a:lvl4pPr>
            <a:lvl5pPr indent="-371475" lvl="4" marL="2286000" algn="l">
              <a:lnSpc>
                <a:spcPct val="80000"/>
              </a:lnSpc>
              <a:spcBef>
                <a:spcPts val="5900"/>
              </a:spcBef>
              <a:spcAft>
                <a:spcPts val="0"/>
              </a:spcAft>
              <a:buClr>
                <a:srgbClr val="FFFFFF"/>
              </a:buClr>
              <a:buSzPts val="2250"/>
              <a:buChar char="•"/>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60" name="Google Shape;60;p14"/>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1" name="Shape 6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62" name="Shape 62"/>
        <p:cNvGrpSpPr/>
        <p:nvPr/>
      </p:nvGrpSpPr>
      <p:grpSpPr>
        <a:xfrm>
          <a:off x="0" y="0"/>
          <a:ext cx="0" cy="0"/>
          <a:chOff x="0" y="0"/>
          <a:chExt cx="0" cy="0"/>
        </a:xfrm>
      </p:grpSpPr>
      <p:sp>
        <p:nvSpPr>
          <p:cNvPr id="63" name="Google Shape;63;p16"/>
          <p:cNvSpPr txBox="1"/>
          <p:nvPr>
            <p:ph type="ctrTitle"/>
          </p:nvPr>
        </p:nvSpPr>
        <p:spPr>
          <a:xfrm>
            <a:off x="831222" y="1985533"/>
            <a:ext cx="22721700" cy="5473500"/>
          </a:xfrm>
          <a:prstGeom prst="rect">
            <a:avLst/>
          </a:prstGeom>
        </p:spPr>
        <p:txBody>
          <a:bodyPr anchorCtr="0" anchor="b" bIns="50800" lIns="50800" spcFirstLastPara="1" rIns="50800" wrap="square" tIns="50800">
            <a:normAutofit/>
          </a:bodyPr>
          <a:lstStyle>
            <a:lvl1pPr lvl="0" rtl="0" algn="ctr">
              <a:spcBef>
                <a:spcPts val="0"/>
              </a:spcBef>
              <a:spcAft>
                <a:spcPts val="0"/>
              </a:spcAft>
              <a:buSzPts val="13900"/>
              <a:buFont typeface="Poppins"/>
              <a:buNone/>
              <a:defRPr sz="13900">
                <a:latin typeface="Poppins"/>
                <a:ea typeface="Poppins"/>
                <a:cs typeface="Poppins"/>
                <a:sym typeface="Poppins"/>
              </a:defRPr>
            </a:lvl1pPr>
            <a:lvl2pPr lvl="1" rtl="0" algn="ctr">
              <a:spcBef>
                <a:spcPts val="0"/>
              </a:spcBef>
              <a:spcAft>
                <a:spcPts val="0"/>
              </a:spcAft>
              <a:buSzPts val="13900"/>
              <a:buNone/>
              <a:defRPr sz="13900"/>
            </a:lvl2pPr>
            <a:lvl3pPr lvl="2" rtl="0" algn="ctr">
              <a:spcBef>
                <a:spcPts val="0"/>
              </a:spcBef>
              <a:spcAft>
                <a:spcPts val="0"/>
              </a:spcAft>
              <a:buSzPts val="13900"/>
              <a:buNone/>
              <a:defRPr sz="13900"/>
            </a:lvl3pPr>
            <a:lvl4pPr lvl="3" rtl="0" algn="ctr">
              <a:spcBef>
                <a:spcPts val="0"/>
              </a:spcBef>
              <a:spcAft>
                <a:spcPts val="0"/>
              </a:spcAft>
              <a:buSzPts val="13900"/>
              <a:buNone/>
              <a:defRPr sz="13900"/>
            </a:lvl4pPr>
            <a:lvl5pPr lvl="4" rtl="0" algn="ctr">
              <a:spcBef>
                <a:spcPts val="0"/>
              </a:spcBef>
              <a:spcAft>
                <a:spcPts val="0"/>
              </a:spcAft>
              <a:buSzPts val="13900"/>
              <a:buNone/>
              <a:defRPr sz="13900"/>
            </a:lvl5pPr>
            <a:lvl6pPr lvl="5" rtl="0" algn="ctr">
              <a:spcBef>
                <a:spcPts val="0"/>
              </a:spcBef>
              <a:spcAft>
                <a:spcPts val="0"/>
              </a:spcAft>
              <a:buSzPts val="13900"/>
              <a:buNone/>
              <a:defRPr sz="13900"/>
            </a:lvl6pPr>
            <a:lvl7pPr lvl="6" rtl="0" algn="ctr">
              <a:spcBef>
                <a:spcPts val="0"/>
              </a:spcBef>
              <a:spcAft>
                <a:spcPts val="0"/>
              </a:spcAft>
              <a:buSzPts val="13900"/>
              <a:buNone/>
              <a:defRPr sz="13900"/>
            </a:lvl7pPr>
            <a:lvl8pPr lvl="7" rtl="0" algn="ctr">
              <a:spcBef>
                <a:spcPts val="0"/>
              </a:spcBef>
              <a:spcAft>
                <a:spcPts val="0"/>
              </a:spcAft>
              <a:buSzPts val="13900"/>
              <a:buNone/>
              <a:defRPr sz="13900"/>
            </a:lvl8pPr>
            <a:lvl9pPr lvl="8" rtl="0" algn="ctr">
              <a:spcBef>
                <a:spcPts val="0"/>
              </a:spcBef>
              <a:spcAft>
                <a:spcPts val="0"/>
              </a:spcAft>
              <a:buSzPts val="13900"/>
              <a:buNone/>
              <a:defRPr sz="13900"/>
            </a:lvl9pPr>
          </a:lstStyle>
          <a:p/>
        </p:txBody>
      </p:sp>
      <p:sp>
        <p:nvSpPr>
          <p:cNvPr id="64" name="Google Shape;64;p16"/>
          <p:cNvSpPr txBox="1"/>
          <p:nvPr>
            <p:ph idx="1" type="subTitle"/>
          </p:nvPr>
        </p:nvSpPr>
        <p:spPr>
          <a:xfrm>
            <a:off x="831200" y="7557667"/>
            <a:ext cx="22721700" cy="2113500"/>
          </a:xfrm>
          <a:prstGeom prst="rect">
            <a:avLst/>
          </a:prstGeom>
        </p:spPr>
        <p:txBody>
          <a:bodyPr anchorCtr="0" anchor="ctr" bIns="50800" lIns="50800" spcFirstLastPara="1" rIns="50800" wrap="square" tIns="50800">
            <a:normAutofit/>
          </a:bodyPr>
          <a:lstStyle>
            <a:lvl1pPr lvl="0" rtl="0" algn="ctr">
              <a:lnSpc>
                <a:spcPct val="100000"/>
              </a:lnSpc>
              <a:spcBef>
                <a:spcPts val="5900"/>
              </a:spcBef>
              <a:spcAft>
                <a:spcPts val="0"/>
              </a:spcAft>
              <a:buSzPts val="7500"/>
              <a:buFont typeface="Poppins"/>
              <a:buNone/>
              <a:defRPr sz="7500">
                <a:latin typeface="Poppins"/>
                <a:ea typeface="Poppins"/>
                <a:cs typeface="Poppins"/>
                <a:sym typeface="Poppins"/>
              </a:defRPr>
            </a:lvl1pPr>
            <a:lvl2pPr lvl="1" rtl="0" algn="ctr">
              <a:lnSpc>
                <a:spcPct val="100000"/>
              </a:lnSpc>
              <a:spcBef>
                <a:spcPts val="5900"/>
              </a:spcBef>
              <a:spcAft>
                <a:spcPts val="0"/>
              </a:spcAft>
              <a:buSzPts val="7500"/>
              <a:buFont typeface="Poppins"/>
              <a:buNone/>
              <a:defRPr sz="7500">
                <a:latin typeface="Poppins"/>
                <a:ea typeface="Poppins"/>
                <a:cs typeface="Poppins"/>
                <a:sym typeface="Poppins"/>
              </a:defRPr>
            </a:lvl2pPr>
            <a:lvl3pPr lvl="2" rtl="0" algn="ctr">
              <a:lnSpc>
                <a:spcPct val="100000"/>
              </a:lnSpc>
              <a:spcBef>
                <a:spcPts val="5900"/>
              </a:spcBef>
              <a:spcAft>
                <a:spcPts val="0"/>
              </a:spcAft>
              <a:buSzPts val="7500"/>
              <a:buFont typeface="Poppins"/>
              <a:buNone/>
              <a:defRPr sz="7500">
                <a:latin typeface="Poppins"/>
                <a:ea typeface="Poppins"/>
                <a:cs typeface="Poppins"/>
                <a:sym typeface="Poppins"/>
              </a:defRPr>
            </a:lvl3pPr>
            <a:lvl4pPr lvl="3" rtl="0" algn="ctr">
              <a:lnSpc>
                <a:spcPct val="100000"/>
              </a:lnSpc>
              <a:spcBef>
                <a:spcPts val="5900"/>
              </a:spcBef>
              <a:spcAft>
                <a:spcPts val="0"/>
              </a:spcAft>
              <a:buSzPts val="7500"/>
              <a:buFont typeface="Poppins"/>
              <a:buNone/>
              <a:defRPr sz="7500">
                <a:latin typeface="Poppins"/>
                <a:ea typeface="Poppins"/>
                <a:cs typeface="Poppins"/>
                <a:sym typeface="Poppins"/>
              </a:defRPr>
            </a:lvl4pPr>
            <a:lvl5pPr lvl="4" rtl="0" algn="ctr">
              <a:lnSpc>
                <a:spcPct val="100000"/>
              </a:lnSpc>
              <a:spcBef>
                <a:spcPts val="5900"/>
              </a:spcBef>
              <a:spcAft>
                <a:spcPts val="0"/>
              </a:spcAft>
              <a:buSzPts val="7500"/>
              <a:buFont typeface="Poppins"/>
              <a:buNone/>
              <a:defRPr sz="7500">
                <a:latin typeface="Poppins"/>
                <a:ea typeface="Poppins"/>
                <a:cs typeface="Poppins"/>
                <a:sym typeface="Poppins"/>
              </a:defRPr>
            </a:lvl5pPr>
            <a:lvl6pPr lvl="5" rtl="0" algn="ctr">
              <a:lnSpc>
                <a:spcPct val="100000"/>
              </a:lnSpc>
              <a:spcBef>
                <a:spcPts val="5900"/>
              </a:spcBef>
              <a:spcAft>
                <a:spcPts val="0"/>
              </a:spcAft>
              <a:buSzPts val="7500"/>
              <a:buFont typeface="Poppins"/>
              <a:buNone/>
              <a:defRPr sz="7500">
                <a:latin typeface="Poppins"/>
                <a:ea typeface="Poppins"/>
                <a:cs typeface="Poppins"/>
                <a:sym typeface="Poppins"/>
              </a:defRPr>
            </a:lvl6pPr>
            <a:lvl7pPr lvl="6" rtl="0" algn="ctr">
              <a:lnSpc>
                <a:spcPct val="100000"/>
              </a:lnSpc>
              <a:spcBef>
                <a:spcPts val="5900"/>
              </a:spcBef>
              <a:spcAft>
                <a:spcPts val="0"/>
              </a:spcAft>
              <a:buSzPts val="7500"/>
              <a:buFont typeface="Poppins"/>
              <a:buNone/>
              <a:defRPr sz="7500">
                <a:latin typeface="Poppins"/>
                <a:ea typeface="Poppins"/>
                <a:cs typeface="Poppins"/>
                <a:sym typeface="Poppins"/>
              </a:defRPr>
            </a:lvl7pPr>
            <a:lvl8pPr lvl="7" rtl="0" algn="ctr">
              <a:lnSpc>
                <a:spcPct val="100000"/>
              </a:lnSpc>
              <a:spcBef>
                <a:spcPts val="5900"/>
              </a:spcBef>
              <a:spcAft>
                <a:spcPts val="0"/>
              </a:spcAft>
              <a:buSzPts val="7500"/>
              <a:buFont typeface="Poppins"/>
              <a:buNone/>
              <a:defRPr sz="7500">
                <a:latin typeface="Poppins"/>
                <a:ea typeface="Poppins"/>
                <a:cs typeface="Poppins"/>
                <a:sym typeface="Poppins"/>
              </a:defRPr>
            </a:lvl8pPr>
            <a:lvl9pPr lvl="8" rtl="0" algn="ctr">
              <a:lnSpc>
                <a:spcPct val="100000"/>
              </a:lnSpc>
              <a:spcBef>
                <a:spcPts val="5900"/>
              </a:spcBef>
              <a:spcAft>
                <a:spcPts val="0"/>
              </a:spcAft>
              <a:buSzPts val="7500"/>
              <a:buFont typeface="Poppins"/>
              <a:buNone/>
              <a:defRPr sz="7500">
                <a:latin typeface="Poppins"/>
                <a:ea typeface="Poppins"/>
                <a:cs typeface="Poppins"/>
                <a:sym typeface="Poppi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5" name="Shape 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66" name="Shape 66"/>
        <p:cNvGrpSpPr/>
        <p:nvPr/>
      </p:nvGrpSpPr>
      <p:grpSpPr>
        <a:xfrm>
          <a:off x="0" y="0"/>
          <a:ext cx="0" cy="0"/>
          <a:chOff x="0" y="0"/>
          <a:chExt cx="0" cy="0"/>
        </a:xfrm>
      </p:grpSpPr>
      <p:pic>
        <p:nvPicPr>
          <p:cNvPr descr="preencoded.png" id="67" name="Google Shape;67;p18"/>
          <p:cNvPicPr preferRelativeResize="0"/>
          <p:nvPr/>
        </p:nvPicPr>
        <p:blipFill rotWithShape="1">
          <a:blip r:embed="rId2">
            <a:alphaModFix/>
          </a:blip>
          <a:srcRect b="0" l="0" r="0" t="0"/>
          <a:stretch/>
        </p:blipFill>
        <p:spPr>
          <a:xfrm>
            <a:off x="2109558" y="1655505"/>
            <a:ext cx="20164768" cy="9791147"/>
          </a:xfrm>
          <a:prstGeom prst="rect">
            <a:avLst/>
          </a:prstGeom>
          <a:noFill/>
          <a:ln>
            <a:noFill/>
          </a:ln>
        </p:spPr>
      </p:pic>
      <p:pic>
        <p:nvPicPr>
          <p:cNvPr id="68" name="Google Shape;68;p18"/>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69" name="Google Shape;69;p18"/>
          <p:cNvSpPr txBox="1"/>
          <p:nvPr>
            <p:ph type="title"/>
          </p:nvPr>
        </p:nvSpPr>
        <p:spPr>
          <a:xfrm>
            <a:off x="3222775" y="3376275"/>
            <a:ext cx="6867600" cy="4546500"/>
          </a:xfrm>
          <a:prstGeom prst="rect">
            <a:avLst/>
          </a:prstGeom>
        </p:spPr>
        <p:txBody>
          <a:bodyPr anchorCtr="0" anchor="t" bIns="50800" lIns="50800" spcFirstLastPara="1" rIns="50800" wrap="square" tIns="50800">
            <a:normAutofit/>
          </a:bodyPr>
          <a:lstStyle>
            <a:lvl1pPr lvl="0" algn="l">
              <a:spcBef>
                <a:spcPts val="0"/>
              </a:spcBef>
              <a:spcAft>
                <a:spcPts val="0"/>
              </a:spcAft>
              <a:buClr>
                <a:srgbClr val="162C63"/>
              </a:buClr>
              <a:buSzPts val="8000"/>
              <a:buNone/>
              <a:defRPr sz="8000">
                <a:solidFill>
                  <a:srgbClr val="162C63"/>
                </a:solidFill>
              </a:defRPr>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p:txBody>
      </p:sp>
      <p:sp>
        <p:nvSpPr>
          <p:cNvPr id="70" name="Google Shape;70;p18"/>
          <p:cNvSpPr/>
          <p:nvPr>
            <p:ph idx="2" type="pic"/>
          </p:nvPr>
        </p:nvSpPr>
        <p:spPr>
          <a:xfrm>
            <a:off x="11085475" y="2882975"/>
            <a:ext cx="7214700" cy="7336200"/>
          </a:xfrm>
          <a:prstGeom prst="roundRect">
            <a:avLst>
              <a:gd fmla="val 16667" name="adj"/>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ONE_COLUMN_TEXT_1_1">
    <p:spTree>
      <p:nvGrpSpPr>
        <p:cNvPr id="71" name="Shape 71"/>
        <p:cNvGrpSpPr/>
        <p:nvPr/>
      </p:nvGrpSpPr>
      <p:grpSpPr>
        <a:xfrm>
          <a:off x="0" y="0"/>
          <a:ext cx="0" cy="0"/>
          <a:chOff x="0" y="0"/>
          <a:chExt cx="0" cy="0"/>
        </a:xfrm>
      </p:grpSpPr>
      <p:sp>
        <p:nvSpPr>
          <p:cNvPr id="72" name="Google Shape;72;p19"/>
          <p:cNvSpPr txBox="1"/>
          <p:nvPr>
            <p:ph type="title"/>
          </p:nvPr>
        </p:nvSpPr>
        <p:spPr>
          <a:xfrm>
            <a:off x="1946667" y="1516000"/>
            <a:ext cx="8802300" cy="3684000"/>
          </a:xfrm>
          <a:prstGeom prst="rect">
            <a:avLst/>
          </a:prstGeom>
        </p:spPr>
        <p:txBody>
          <a:bodyPr anchorCtr="0" anchor="ctr" bIns="50800" lIns="50800" spcFirstLastPara="1" rIns="50800" wrap="square" tIns="50800">
            <a:normAutofit/>
          </a:bodyPr>
          <a:lstStyle>
            <a:lvl1pPr lvl="0" rtl="0">
              <a:spcBef>
                <a:spcPts val="0"/>
              </a:spcBef>
              <a:spcAft>
                <a:spcPts val="0"/>
              </a:spcAft>
              <a:buClr>
                <a:schemeClr val="dk2"/>
              </a:buClr>
              <a:buSzPts val="6900"/>
              <a:buFont typeface="Poppins"/>
              <a:buNone/>
              <a:defRPr b="0" sz="6900">
                <a:solidFill>
                  <a:schemeClr val="dk2"/>
                </a:solidFill>
                <a:latin typeface="Poppins"/>
                <a:ea typeface="Poppins"/>
                <a:cs typeface="Poppins"/>
                <a:sym typeface="Poppins"/>
              </a:defRPr>
            </a:lvl1pPr>
            <a:lvl2pPr lvl="1" rtl="0">
              <a:spcBef>
                <a:spcPts val="0"/>
              </a:spcBef>
              <a:spcAft>
                <a:spcPts val="0"/>
              </a:spcAft>
              <a:buClr>
                <a:schemeClr val="dk2"/>
              </a:buClr>
              <a:buSzPts val="6900"/>
              <a:buNone/>
              <a:defRPr sz="6900">
                <a:solidFill>
                  <a:schemeClr val="dk2"/>
                </a:solidFill>
              </a:defRPr>
            </a:lvl2pPr>
            <a:lvl3pPr lvl="2" rtl="0">
              <a:spcBef>
                <a:spcPts val="0"/>
              </a:spcBef>
              <a:spcAft>
                <a:spcPts val="0"/>
              </a:spcAft>
              <a:buClr>
                <a:schemeClr val="dk2"/>
              </a:buClr>
              <a:buSzPts val="6900"/>
              <a:buNone/>
              <a:defRPr sz="6900">
                <a:solidFill>
                  <a:schemeClr val="dk2"/>
                </a:solidFill>
              </a:defRPr>
            </a:lvl3pPr>
            <a:lvl4pPr lvl="3" rtl="0">
              <a:spcBef>
                <a:spcPts val="0"/>
              </a:spcBef>
              <a:spcAft>
                <a:spcPts val="0"/>
              </a:spcAft>
              <a:buClr>
                <a:schemeClr val="dk2"/>
              </a:buClr>
              <a:buSzPts val="6900"/>
              <a:buNone/>
              <a:defRPr sz="6900">
                <a:solidFill>
                  <a:schemeClr val="dk2"/>
                </a:solidFill>
              </a:defRPr>
            </a:lvl4pPr>
            <a:lvl5pPr lvl="4" rtl="0">
              <a:spcBef>
                <a:spcPts val="0"/>
              </a:spcBef>
              <a:spcAft>
                <a:spcPts val="0"/>
              </a:spcAft>
              <a:buClr>
                <a:schemeClr val="dk2"/>
              </a:buClr>
              <a:buSzPts val="6900"/>
              <a:buNone/>
              <a:defRPr sz="6900">
                <a:solidFill>
                  <a:schemeClr val="dk2"/>
                </a:solidFill>
              </a:defRPr>
            </a:lvl5pPr>
            <a:lvl6pPr lvl="5" rtl="0">
              <a:spcBef>
                <a:spcPts val="0"/>
              </a:spcBef>
              <a:spcAft>
                <a:spcPts val="0"/>
              </a:spcAft>
              <a:buClr>
                <a:schemeClr val="dk2"/>
              </a:buClr>
              <a:buSzPts val="6900"/>
              <a:buNone/>
              <a:defRPr sz="6900">
                <a:solidFill>
                  <a:schemeClr val="dk2"/>
                </a:solidFill>
              </a:defRPr>
            </a:lvl6pPr>
            <a:lvl7pPr lvl="6" rtl="0">
              <a:spcBef>
                <a:spcPts val="0"/>
              </a:spcBef>
              <a:spcAft>
                <a:spcPts val="0"/>
              </a:spcAft>
              <a:buClr>
                <a:schemeClr val="dk2"/>
              </a:buClr>
              <a:buSzPts val="6900"/>
              <a:buNone/>
              <a:defRPr sz="6900">
                <a:solidFill>
                  <a:schemeClr val="dk2"/>
                </a:solidFill>
              </a:defRPr>
            </a:lvl7pPr>
            <a:lvl8pPr lvl="7" rtl="0">
              <a:spcBef>
                <a:spcPts val="0"/>
              </a:spcBef>
              <a:spcAft>
                <a:spcPts val="0"/>
              </a:spcAft>
              <a:buClr>
                <a:schemeClr val="dk2"/>
              </a:buClr>
              <a:buSzPts val="6900"/>
              <a:buNone/>
              <a:defRPr sz="6900">
                <a:solidFill>
                  <a:schemeClr val="dk2"/>
                </a:solidFill>
              </a:defRPr>
            </a:lvl8pPr>
            <a:lvl9pPr lvl="8" rtl="0">
              <a:spcBef>
                <a:spcPts val="0"/>
              </a:spcBef>
              <a:spcAft>
                <a:spcPts val="0"/>
              </a:spcAft>
              <a:buClr>
                <a:schemeClr val="dk2"/>
              </a:buClr>
              <a:buSzPts val="6900"/>
              <a:buNone/>
              <a:defRPr sz="6900">
                <a:solidFill>
                  <a:schemeClr val="dk2"/>
                </a:solidFill>
              </a:defRPr>
            </a:lvl9pPr>
          </a:lstStyle>
          <a:p/>
        </p:txBody>
      </p:sp>
      <p:sp>
        <p:nvSpPr>
          <p:cNvPr id="73" name="Google Shape;73;p19"/>
          <p:cNvSpPr txBox="1"/>
          <p:nvPr>
            <p:ph idx="1" type="body"/>
          </p:nvPr>
        </p:nvSpPr>
        <p:spPr>
          <a:xfrm>
            <a:off x="1923267" y="4486333"/>
            <a:ext cx="8802300" cy="4260000"/>
          </a:xfrm>
          <a:prstGeom prst="rect">
            <a:avLst/>
          </a:prstGeom>
        </p:spPr>
        <p:txBody>
          <a:bodyPr anchorCtr="0" anchor="ctr" bIns="50800" lIns="50800" spcFirstLastPara="1" rIns="50800" wrap="square" tIns="50800">
            <a:normAutofit/>
          </a:bodyPr>
          <a:lstStyle>
            <a:lvl1pPr indent="-641350" lvl="0" marL="457200" rtl="0">
              <a:spcBef>
                <a:spcPts val="5900"/>
              </a:spcBef>
              <a:spcAft>
                <a:spcPts val="0"/>
              </a:spcAft>
              <a:buSzPts val="6500"/>
              <a:buFont typeface="Poppins"/>
              <a:buChar char="•"/>
              <a:defRPr>
                <a:latin typeface="Poppins"/>
                <a:ea typeface="Poppins"/>
                <a:cs typeface="Poppins"/>
                <a:sym typeface="Poppins"/>
              </a:defRPr>
            </a:lvl1pPr>
            <a:lvl2pPr indent="-641350" lvl="1" marL="914400" rtl="0">
              <a:spcBef>
                <a:spcPts val="5900"/>
              </a:spcBef>
              <a:spcAft>
                <a:spcPts val="0"/>
              </a:spcAft>
              <a:buSzPts val="6500"/>
              <a:buFont typeface="Poppins"/>
              <a:buChar char="•"/>
              <a:defRPr>
                <a:latin typeface="Poppins"/>
                <a:ea typeface="Poppins"/>
                <a:cs typeface="Poppins"/>
                <a:sym typeface="Poppins"/>
              </a:defRPr>
            </a:lvl2pPr>
            <a:lvl3pPr indent="-641350" lvl="2" marL="1371600" rtl="0">
              <a:spcBef>
                <a:spcPts val="5900"/>
              </a:spcBef>
              <a:spcAft>
                <a:spcPts val="0"/>
              </a:spcAft>
              <a:buSzPts val="6500"/>
              <a:buFont typeface="Poppins"/>
              <a:buChar char="•"/>
              <a:defRPr>
                <a:latin typeface="Poppins"/>
                <a:ea typeface="Poppins"/>
                <a:cs typeface="Poppins"/>
                <a:sym typeface="Poppins"/>
              </a:defRPr>
            </a:lvl3pPr>
            <a:lvl4pPr indent="-641350" lvl="3" marL="1828800" rtl="0">
              <a:spcBef>
                <a:spcPts val="5900"/>
              </a:spcBef>
              <a:spcAft>
                <a:spcPts val="0"/>
              </a:spcAft>
              <a:buSzPts val="6500"/>
              <a:buFont typeface="Poppins"/>
              <a:buChar char="•"/>
              <a:defRPr>
                <a:latin typeface="Poppins"/>
                <a:ea typeface="Poppins"/>
                <a:cs typeface="Poppins"/>
                <a:sym typeface="Poppins"/>
              </a:defRPr>
            </a:lvl4pPr>
            <a:lvl5pPr indent="-641350" lvl="4" marL="2286000" rtl="0">
              <a:spcBef>
                <a:spcPts val="5900"/>
              </a:spcBef>
              <a:spcAft>
                <a:spcPts val="0"/>
              </a:spcAft>
              <a:buSzPts val="6500"/>
              <a:buFont typeface="Poppins"/>
              <a:buChar char="•"/>
              <a:defRPr>
                <a:latin typeface="Poppins"/>
                <a:ea typeface="Poppins"/>
                <a:cs typeface="Poppins"/>
                <a:sym typeface="Poppins"/>
              </a:defRPr>
            </a:lvl5pPr>
            <a:lvl6pPr indent="-641350" lvl="5" marL="2743200" rtl="0">
              <a:spcBef>
                <a:spcPts val="5900"/>
              </a:spcBef>
              <a:spcAft>
                <a:spcPts val="0"/>
              </a:spcAft>
              <a:buSzPts val="6500"/>
              <a:buFont typeface="Poppins"/>
              <a:buChar char="•"/>
              <a:defRPr>
                <a:latin typeface="Poppins"/>
                <a:ea typeface="Poppins"/>
                <a:cs typeface="Poppins"/>
                <a:sym typeface="Poppins"/>
              </a:defRPr>
            </a:lvl6pPr>
            <a:lvl7pPr indent="-641350" lvl="6" marL="3200400" rtl="0">
              <a:spcBef>
                <a:spcPts val="5900"/>
              </a:spcBef>
              <a:spcAft>
                <a:spcPts val="0"/>
              </a:spcAft>
              <a:buSzPts val="6500"/>
              <a:buFont typeface="Poppins"/>
              <a:buChar char="•"/>
              <a:defRPr>
                <a:latin typeface="Poppins"/>
                <a:ea typeface="Poppins"/>
                <a:cs typeface="Poppins"/>
                <a:sym typeface="Poppins"/>
              </a:defRPr>
            </a:lvl7pPr>
            <a:lvl8pPr indent="-641350" lvl="7" marL="3657600" rtl="0">
              <a:spcBef>
                <a:spcPts val="5900"/>
              </a:spcBef>
              <a:spcAft>
                <a:spcPts val="0"/>
              </a:spcAft>
              <a:buSzPts val="6500"/>
              <a:buFont typeface="Poppins"/>
              <a:buChar char="•"/>
              <a:defRPr>
                <a:latin typeface="Poppins"/>
                <a:ea typeface="Poppins"/>
                <a:cs typeface="Poppins"/>
                <a:sym typeface="Poppins"/>
              </a:defRPr>
            </a:lvl8pPr>
            <a:lvl9pPr indent="-641350" lvl="8" marL="4114800" rtl="0">
              <a:spcBef>
                <a:spcPts val="5900"/>
              </a:spcBef>
              <a:spcAft>
                <a:spcPts val="0"/>
              </a:spcAft>
              <a:buSzPts val="6500"/>
              <a:buFont typeface="Poppins"/>
              <a:buChar char="•"/>
              <a:defRPr>
                <a:latin typeface="Poppins"/>
                <a:ea typeface="Poppins"/>
                <a:cs typeface="Poppins"/>
                <a:sym typeface="Poppi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74" name="Shape 74"/>
        <p:cNvGrpSpPr/>
        <p:nvPr/>
      </p:nvGrpSpPr>
      <p:grpSpPr>
        <a:xfrm>
          <a:off x="0" y="0"/>
          <a:ext cx="0" cy="0"/>
          <a:chOff x="0" y="0"/>
          <a:chExt cx="0" cy="0"/>
        </a:xfrm>
      </p:grpSpPr>
      <p:sp>
        <p:nvSpPr>
          <p:cNvPr id="75" name="Google Shape;75;p20"/>
          <p:cNvSpPr/>
          <p:nvPr>
            <p:ph idx="2" type="pic"/>
          </p:nvPr>
        </p:nvSpPr>
        <p:spPr>
          <a:xfrm>
            <a:off x="11433200" y="0"/>
            <a:ext cx="12950700" cy="13716000"/>
          </a:xfrm>
          <a:prstGeom prst="rect">
            <a:avLst/>
          </a:prstGeom>
          <a:noFill/>
          <a:ln>
            <a:noFill/>
          </a:ln>
        </p:spPr>
      </p:sp>
      <p:pic>
        <p:nvPicPr>
          <p:cNvPr id="76" name="Google Shape;76;p20"/>
          <p:cNvPicPr preferRelativeResize="0"/>
          <p:nvPr/>
        </p:nvPicPr>
        <p:blipFill rotWithShape="1">
          <a:blip r:embed="rId2">
            <a:alphaModFix/>
          </a:blip>
          <a:srcRect b="258" l="0" r="0" t="258"/>
          <a:stretch/>
        </p:blipFill>
        <p:spPr>
          <a:xfrm>
            <a:off x="1099425" y="888850"/>
            <a:ext cx="9297023" cy="8600376"/>
          </a:xfrm>
          <a:prstGeom prst="rect">
            <a:avLst/>
          </a:prstGeom>
          <a:noFill/>
          <a:ln>
            <a:noFill/>
          </a:ln>
        </p:spPr>
      </p:pic>
      <p:pic>
        <p:nvPicPr>
          <p:cNvPr id="77" name="Google Shape;77;p20"/>
          <p:cNvPicPr preferRelativeResize="0"/>
          <p:nvPr/>
        </p:nvPicPr>
        <p:blipFill>
          <a:blip r:embed="rId3">
            <a:alphaModFix/>
          </a:blip>
          <a:stretch>
            <a:fillRect/>
          </a:stretch>
        </p:blipFill>
        <p:spPr>
          <a:xfrm>
            <a:off x="2754401" y="10407990"/>
            <a:ext cx="2495698" cy="2319001"/>
          </a:xfrm>
          <a:prstGeom prst="rect">
            <a:avLst/>
          </a:prstGeom>
          <a:noFill/>
          <a:ln>
            <a:noFill/>
          </a:ln>
        </p:spPr>
      </p:pic>
      <p:sp>
        <p:nvSpPr>
          <p:cNvPr id="78" name="Google Shape;78;p20"/>
          <p:cNvSpPr txBox="1"/>
          <p:nvPr>
            <p:ph type="title"/>
          </p:nvPr>
        </p:nvSpPr>
        <p:spPr>
          <a:xfrm>
            <a:off x="2781575" y="2877475"/>
            <a:ext cx="5582400" cy="4853400"/>
          </a:xfrm>
          <a:prstGeom prst="rect">
            <a:avLst/>
          </a:prstGeom>
        </p:spPr>
        <p:txBody>
          <a:bodyPr anchorCtr="0" anchor="t" bIns="50800" lIns="50800" spcFirstLastPara="1" rIns="50800" wrap="square" tIns="50800">
            <a:normAutofit/>
          </a:bodyPr>
          <a:lstStyle>
            <a:lvl1pPr lvl="0" algn="l">
              <a:spcBef>
                <a:spcPts val="0"/>
              </a:spcBef>
              <a:spcAft>
                <a:spcPts val="0"/>
              </a:spcAft>
              <a:buClr>
                <a:srgbClr val="162C63"/>
              </a:buClr>
              <a:buSzPts val="7000"/>
              <a:buNone/>
              <a:defRPr sz="7000">
                <a:solidFill>
                  <a:srgbClr val="162C63"/>
                </a:solidFill>
              </a:defRPr>
            </a:lvl1pPr>
            <a:lvl2pPr lvl="1">
              <a:spcBef>
                <a:spcPts val="0"/>
              </a:spcBef>
              <a:spcAft>
                <a:spcPts val="0"/>
              </a:spcAft>
              <a:buSzPts val="11200"/>
              <a:buNone/>
              <a:defRPr/>
            </a:lvl2pPr>
            <a:lvl3pPr lvl="2">
              <a:spcBef>
                <a:spcPts val="0"/>
              </a:spcBef>
              <a:spcAft>
                <a:spcPts val="0"/>
              </a:spcAft>
              <a:buSzPts val="11200"/>
              <a:buNone/>
              <a:defRPr/>
            </a:lvl3pPr>
            <a:lvl4pPr lvl="3">
              <a:spcBef>
                <a:spcPts val="0"/>
              </a:spcBef>
              <a:spcAft>
                <a:spcPts val="0"/>
              </a:spcAft>
              <a:buSzPts val="11200"/>
              <a:buNone/>
              <a:defRPr/>
            </a:lvl4pPr>
            <a:lvl5pPr lvl="4">
              <a:spcBef>
                <a:spcPts val="0"/>
              </a:spcBef>
              <a:spcAft>
                <a:spcPts val="0"/>
              </a:spcAft>
              <a:buSzPts val="11200"/>
              <a:buNone/>
              <a:defRPr/>
            </a:lvl5pPr>
            <a:lvl6pPr lvl="5">
              <a:spcBef>
                <a:spcPts val="0"/>
              </a:spcBef>
              <a:spcAft>
                <a:spcPts val="0"/>
              </a:spcAft>
              <a:buSzPts val="11200"/>
              <a:buNone/>
              <a:defRPr/>
            </a:lvl6pPr>
            <a:lvl7pPr lvl="6">
              <a:spcBef>
                <a:spcPts val="0"/>
              </a:spcBef>
              <a:spcAft>
                <a:spcPts val="0"/>
              </a:spcAft>
              <a:buSzPts val="11200"/>
              <a:buNone/>
              <a:defRPr/>
            </a:lvl7pPr>
            <a:lvl8pPr lvl="7">
              <a:spcBef>
                <a:spcPts val="0"/>
              </a:spcBef>
              <a:spcAft>
                <a:spcPts val="0"/>
              </a:spcAft>
              <a:buSzPts val="11200"/>
              <a:buNone/>
              <a:defRPr/>
            </a:lvl8pPr>
            <a:lvl9pPr lvl="8">
              <a:spcBef>
                <a:spcPts val="0"/>
              </a:spcBef>
              <a:spcAft>
                <a:spcPts val="0"/>
              </a:spcAft>
              <a:buSzPts val="1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_1">
    <p:bg>
      <p:bgPr>
        <a:solidFill>
          <a:schemeClr val="lt2"/>
        </a:solidFill>
      </p:bgPr>
    </p:bg>
    <p:spTree>
      <p:nvGrpSpPr>
        <p:cNvPr id="79" name="Shape 79"/>
        <p:cNvGrpSpPr/>
        <p:nvPr/>
      </p:nvGrpSpPr>
      <p:grpSpPr>
        <a:xfrm>
          <a:off x="0" y="0"/>
          <a:ext cx="0" cy="0"/>
          <a:chOff x="0" y="0"/>
          <a:chExt cx="0" cy="0"/>
        </a:xfrm>
      </p:grpSpPr>
      <p:pic>
        <p:nvPicPr>
          <p:cNvPr id="80" name="Google Shape;80;p21"/>
          <p:cNvPicPr preferRelativeResize="0"/>
          <p:nvPr/>
        </p:nvPicPr>
        <p:blipFill rotWithShape="1">
          <a:blip r:embed="rId2">
            <a:alphaModFix/>
          </a:blip>
          <a:srcRect b="4743" l="0" r="0" t="0"/>
          <a:stretch/>
        </p:blipFill>
        <p:spPr>
          <a:xfrm>
            <a:off x="0" y="0"/>
            <a:ext cx="24384000" cy="13716000"/>
          </a:xfrm>
          <a:prstGeom prst="rect">
            <a:avLst/>
          </a:prstGeom>
          <a:noFill/>
          <a:ln>
            <a:noFill/>
          </a:ln>
        </p:spPr>
      </p:pic>
      <p:sp>
        <p:nvSpPr>
          <p:cNvPr id="81" name="Google Shape;81;p21"/>
          <p:cNvSpPr txBox="1"/>
          <p:nvPr>
            <p:ph type="ctrTitle"/>
          </p:nvPr>
        </p:nvSpPr>
        <p:spPr>
          <a:xfrm>
            <a:off x="1945200" y="3526533"/>
            <a:ext cx="20501700" cy="4439100"/>
          </a:xfrm>
          <a:prstGeom prst="rect">
            <a:avLst/>
          </a:prstGeom>
        </p:spPr>
        <p:txBody>
          <a:bodyPr anchorCtr="0" anchor="ctr" bIns="50800" lIns="50800" spcFirstLastPara="1" rIns="50800" wrap="square" tIns="50800">
            <a:normAutofit/>
          </a:bodyPr>
          <a:lstStyle>
            <a:lvl1pPr lvl="0" rtl="0">
              <a:spcBef>
                <a:spcPts val="0"/>
              </a:spcBef>
              <a:spcAft>
                <a:spcPts val="0"/>
              </a:spcAft>
              <a:buClr>
                <a:srgbClr val="FFFFFF"/>
              </a:buClr>
              <a:buSzPts val="11200"/>
              <a:buNone/>
              <a:defRPr sz="11200">
                <a:solidFill>
                  <a:srgbClr val="FFFFFF"/>
                </a:solidFill>
              </a:defRPr>
            </a:lvl1pPr>
            <a:lvl2pPr lvl="1" rtl="0">
              <a:spcBef>
                <a:spcPts val="0"/>
              </a:spcBef>
              <a:spcAft>
                <a:spcPts val="0"/>
              </a:spcAft>
              <a:buClr>
                <a:schemeClr val="dk2"/>
              </a:buClr>
              <a:buSzPts val="11200"/>
              <a:buNone/>
              <a:defRPr sz="11200">
                <a:solidFill>
                  <a:schemeClr val="dk2"/>
                </a:solidFill>
              </a:defRPr>
            </a:lvl2pPr>
            <a:lvl3pPr lvl="2" rtl="0">
              <a:spcBef>
                <a:spcPts val="0"/>
              </a:spcBef>
              <a:spcAft>
                <a:spcPts val="0"/>
              </a:spcAft>
              <a:buClr>
                <a:schemeClr val="dk2"/>
              </a:buClr>
              <a:buSzPts val="11200"/>
              <a:buNone/>
              <a:defRPr sz="11200">
                <a:solidFill>
                  <a:schemeClr val="dk2"/>
                </a:solidFill>
              </a:defRPr>
            </a:lvl3pPr>
            <a:lvl4pPr lvl="3" rtl="0">
              <a:spcBef>
                <a:spcPts val="0"/>
              </a:spcBef>
              <a:spcAft>
                <a:spcPts val="0"/>
              </a:spcAft>
              <a:buClr>
                <a:schemeClr val="dk2"/>
              </a:buClr>
              <a:buSzPts val="11200"/>
              <a:buNone/>
              <a:defRPr sz="11200">
                <a:solidFill>
                  <a:schemeClr val="dk2"/>
                </a:solidFill>
              </a:defRPr>
            </a:lvl4pPr>
            <a:lvl5pPr lvl="4" rtl="0">
              <a:spcBef>
                <a:spcPts val="0"/>
              </a:spcBef>
              <a:spcAft>
                <a:spcPts val="0"/>
              </a:spcAft>
              <a:buClr>
                <a:schemeClr val="dk2"/>
              </a:buClr>
              <a:buSzPts val="11200"/>
              <a:buNone/>
              <a:defRPr sz="11200">
                <a:solidFill>
                  <a:schemeClr val="dk2"/>
                </a:solidFill>
              </a:defRPr>
            </a:lvl5pPr>
            <a:lvl6pPr lvl="5" rtl="0">
              <a:spcBef>
                <a:spcPts val="0"/>
              </a:spcBef>
              <a:spcAft>
                <a:spcPts val="0"/>
              </a:spcAft>
              <a:buClr>
                <a:schemeClr val="dk2"/>
              </a:buClr>
              <a:buSzPts val="11200"/>
              <a:buNone/>
              <a:defRPr sz="11200">
                <a:solidFill>
                  <a:schemeClr val="dk2"/>
                </a:solidFill>
              </a:defRPr>
            </a:lvl6pPr>
            <a:lvl7pPr lvl="6" rtl="0">
              <a:spcBef>
                <a:spcPts val="0"/>
              </a:spcBef>
              <a:spcAft>
                <a:spcPts val="0"/>
              </a:spcAft>
              <a:buClr>
                <a:schemeClr val="dk2"/>
              </a:buClr>
              <a:buSzPts val="11200"/>
              <a:buNone/>
              <a:defRPr sz="11200">
                <a:solidFill>
                  <a:schemeClr val="dk2"/>
                </a:solidFill>
              </a:defRPr>
            </a:lvl7pPr>
            <a:lvl8pPr lvl="7" rtl="0">
              <a:spcBef>
                <a:spcPts val="0"/>
              </a:spcBef>
              <a:spcAft>
                <a:spcPts val="0"/>
              </a:spcAft>
              <a:buClr>
                <a:schemeClr val="dk2"/>
              </a:buClr>
              <a:buSzPts val="11200"/>
              <a:buNone/>
              <a:defRPr sz="11200">
                <a:solidFill>
                  <a:schemeClr val="dk2"/>
                </a:solidFill>
              </a:defRPr>
            </a:lvl8pPr>
            <a:lvl9pPr lvl="8" rtl="0">
              <a:spcBef>
                <a:spcPts val="0"/>
              </a:spcBef>
              <a:spcAft>
                <a:spcPts val="0"/>
              </a:spcAft>
              <a:buClr>
                <a:schemeClr val="dk2"/>
              </a:buClr>
              <a:buSzPts val="11200"/>
              <a:buNone/>
              <a:defRPr sz="11200">
                <a:solidFill>
                  <a:schemeClr val="dk2"/>
                </a:solidFill>
              </a:defRPr>
            </a:lvl9pPr>
          </a:lstStyle>
          <a:p/>
        </p:txBody>
      </p:sp>
      <p:sp>
        <p:nvSpPr>
          <p:cNvPr id="82" name="Google Shape;82;p21"/>
          <p:cNvSpPr txBox="1"/>
          <p:nvPr>
            <p:ph idx="1" type="subTitle"/>
          </p:nvPr>
        </p:nvSpPr>
        <p:spPr>
          <a:xfrm>
            <a:off x="1945673" y="8461067"/>
            <a:ext cx="20501700" cy="1443300"/>
          </a:xfrm>
          <a:prstGeom prst="rect">
            <a:avLst/>
          </a:prstGeom>
        </p:spPr>
        <p:txBody>
          <a:bodyPr anchorCtr="0" anchor="ctr" bIns="50800" lIns="50800" spcFirstLastPara="1" rIns="50800" wrap="square" tIns="50800">
            <a:normAutofit/>
          </a:bodyPr>
          <a:lstStyle>
            <a:lvl1pPr lvl="0" rtl="0">
              <a:lnSpc>
                <a:spcPct val="100000"/>
              </a:lnSpc>
              <a:spcBef>
                <a:spcPts val="5900"/>
              </a:spcBef>
              <a:spcAft>
                <a:spcPts val="0"/>
              </a:spcAft>
              <a:buClr>
                <a:srgbClr val="53B0EB"/>
              </a:buClr>
              <a:buSzPts val="4300"/>
              <a:buNone/>
              <a:defRPr sz="4300">
                <a:solidFill>
                  <a:srgbClr val="53B0EB"/>
                </a:solidFill>
              </a:defRPr>
            </a:lvl1pPr>
            <a:lvl2pPr lvl="1" rtl="0">
              <a:lnSpc>
                <a:spcPct val="100000"/>
              </a:lnSpc>
              <a:spcBef>
                <a:spcPts val="5900"/>
              </a:spcBef>
              <a:spcAft>
                <a:spcPts val="0"/>
              </a:spcAft>
              <a:buClr>
                <a:srgbClr val="53B0EB"/>
              </a:buClr>
              <a:buSzPts val="4300"/>
              <a:buNone/>
              <a:defRPr sz="4300">
                <a:solidFill>
                  <a:srgbClr val="53B0EB"/>
                </a:solidFill>
              </a:defRPr>
            </a:lvl2pPr>
            <a:lvl3pPr lvl="2" rtl="0">
              <a:lnSpc>
                <a:spcPct val="100000"/>
              </a:lnSpc>
              <a:spcBef>
                <a:spcPts val="5900"/>
              </a:spcBef>
              <a:spcAft>
                <a:spcPts val="0"/>
              </a:spcAft>
              <a:buClr>
                <a:srgbClr val="53B0EB"/>
              </a:buClr>
              <a:buSzPts val="4300"/>
              <a:buNone/>
              <a:defRPr sz="4300">
                <a:solidFill>
                  <a:srgbClr val="53B0EB"/>
                </a:solidFill>
              </a:defRPr>
            </a:lvl3pPr>
            <a:lvl4pPr lvl="3" rtl="0">
              <a:lnSpc>
                <a:spcPct val="100000"/>
              </a:lnSpc>
              <a:spcBef>
                <a:spcPts val="5900"/>
              </a:spcBef>
              <a:spcAft>
                <a:spcPts val="0"/>
              </a:spcAft>
              <a:buClr>
                <a:srgbClr val="53B0EB"/>
              </a:buClr>
              <a:buSzPts val="4300"/>
              <a:buNone/>
              <a:defRPr sz="4300">
                <a:solidFill>
                  <a:srgbClr val="53B0EB"/>
                </a:solidFill>
              </a:defRPr>
            </a:lvl4pPr>
            <a:lvl5pPr lvl="4" rtl="0">
              <a:lnSpc>
                <a:spcPct val="100000"/>
              </a:lnSpc>
              <a:spcBef>
                <a:spcPts val="5900"/>
              </a:spcBef>
              <a:spcAft>
                <a:spcPts val="0"/>
              </a:spcAft>
              <a:buClr>
                <a:srgbClr val="53B0EB"/>
              </a:buClr>
              <a:buSzPts val="4300"/>
              <a:buNone/>
              <a:defRPr sz="4300">
                <a:solidFill>
                  <a:srgbClr val="53B0EB"/>
                </a:solidFill>
              </a:defRPr>
            </a:lvl5pPr>
            <a:lvl6pPr lvl="5" rtl="0">
              <a:lnSpc>
                <a:spcPct val="100000"/>
              </a:lnSpc>
              <a:spcBef>
                <a:spcPts val="5900"/>
              </a:spcBef>
              <a:spcAft>
                <a:spcPts val="0"/>
              </a:spcAft>
              <a:buClr>
                <a:srgbClr val="53B0EB"/>
              </a:buClr>
              <a:buSzPts val="4300"/>
              <a:buNone/>
              <a:defRPr sz="4300">
                <a:solidFill>
                  <a:srgbClr val="53B0EB"/>
                </a:solidFill>
              </a:defRPr>
            </a:lvl6pPr>
            <a:lvl7pPr lvl="6" rtl="0">
              <a:lnSpc>
                <a:spcPct val="100000"/>
              </a:lnSpc>
              <a:spcBef>
                <a:spcPts val="5900"/>
              </a:spcBef>
              <a:spcAft>
                <a:spcPts val="0"/>
              </a:spcAft>
              <a:buClr>
                <a:srgbClr val="53B0EB"/>
              </a:buClr>
              <a:buSzPts val="4300"/>
              <a:buNone/>
              <a:defRPr sz="4300">
                <a:solidFill>
                  <a:srgbClr val="53B0EB"/>
                </a:solidFill>
              </a:defRPr>
            </a:lvl7pPr>
            <a:lvl8pPr lvl="7" rtl="0">
              <a:lnSpc>
                <a:spcPct val="100000"/>
              </a:lnSpc>
              <a:spcBef>
                <a:spcPts val="5900"/>
              </a:spcBef>
              <a:spcAft>
                <a:spcPts val="0"/>
              </a:spcAft>
              <a:buClr>
                <a:srgbClr val="53B0EB"/>
              </a:buClr>
              <a:buSzPts val="4300"/>
              <a:buNone/>
              <a:defRPr sz="4300">
                <a:solidFill>
                  <a:srgbClr val="53B0EB"/>
                </a:solidFill>
              </a:defRPr>
            </a:lvl8pPr>
            <a:lvl9pPr lvl="8" rtl="0">
              <a:lnSpc>
                <a:spcPct val="100000"/>
              </a:lnSpc>
              <a:spcBef>
                <a:spcPts val="5900"/>
              </a:spcBef>
              <a:spcAft>
                <a:spcPts val="0"/>
              </a:spcAft>
              <a:buClr>
                <a:srgbClr val="53B0EB"/>
              </a:buClr>
              <a:buSzPts val="4300"/>
              <a:buNone/>
              <a:defRPr sz="4300">
                <a:solidFill>
                  <a:srgbClr val="53B0EB"/>
                </a:solidFill>
              </a:defRPr>
            </a:lvl9pPr>
          </a:lstStyle>
          <a:p/>
        </p:txBody>
      </p:sp>
      <p:sp>
        <p:nvSpPr>
          <p:cNvPr id="83" name="Google Shape;83;p21"/>
          <p:cNvSpPr txBox="1"/>
          <p:nvPr>
            <p:ph idx="12" type="sldNum"/>
          </p:nvPr>
        </p:nvSpPr>
        <p:spPr>
          <a:xfrm>
            <a:off x="22763473" y="12666269"/>
            <a:ext cx="1463100" cy="471900"/>
          </a:xfrm>
          <a:prstGeom prst="rect">
            <a:avLst/>
          </a:prstGeom>
        </p:spPr>
        <p:txBody>
          <a:bodyPr anchorCtr="0" anchor="t" bIns="50800" lIns="50800" spcFirstLastPara="1" rIns="50800" wrap="square" tIns="5080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US"/>
              <a:t>‹#›</a:t>
            </a:fld>
            <a:endParaRPr/>
          </a:p>
        </p:txBody>
      </p:sp>
      <p:cxnSp>
        <p:nvCxnSpPr>
          <p:cNvPr id="84" name="Google Shape;84;p21">
            <a:hlinkClick/>
          </p:cNvPr>
          <p:cNvCxnSpPr/>
          <p:nvPr/>
        </p:nvCxnSpPr>
        <p:spPr>
          <a:xfrm>
            <a:off x="22930179" y="576933"/>
            <a:ext cx="576900" cy="0"/>
          </a:xfrm>
          <a:prstGeom prst="straightConnector1">
            <a:avLst/>
          </a:prstGeom>
          <a:noFill/>
          <a:ln cap="flat" cmpd="sng" w="9525">
            <a:solidFill>
              <a:srgbClr val="B7B7B7"/>
            </a:solidFill>
            <a:prstDash val="solid"/>
            <a:round/>
            <a:headEnd len="med" w="med" type="none"/>
            <a:tailEnd len="med" w="med" type="none"/>
          </a:ln>
        </p:spPr>
      </p:cxnSp>
      <p:cxnSp>
        <p:nvCxnSpPr>
          <p:cNvPr id="85" name="Google Shape;85;p21">
            <a:hlinkClick/>
          </p:cNvPr>
          <p:cNvCxnSpPr/>
          <p:nvPr/>
        </p:nvCxnSpPr>
        <p:spPr>
          <a:xfrm>
            <a:off x="22930179" y="667033"/>
            <a:ext cx="576900" cy="0"/>
          </a:xfrm>
          <a:prstGeom prst="straightConnector1">
            <a:avLst/>
          </a:prstGeom>
          <a:noFill/>
          <a:ln cap="flat" cmpd="sng" w="9525">
            <a:solidFill>
              <a:srgbClr val="B7B7B7"/>
            </a:solidFill>
            <a:prstDash val="solid"/>
            <a:round/>
            <a:headEnd len="med" w="med" type="none"/>
            <a:tailEnd len="med" w="med" type="none"/>
          </a:ln>
        </p:spPr>
      </p:cxnSp>
      <p:cxnSp>
        <p:nvCxnSpPr>
          <p:cNvPr id="86" name="Google Shape;86;p21">
            <a:hlinkClick/>
          </p:cNvPr>
          <p:cNvCxnSpPr/>
          <p:nvPr/>
        </p:nvCxnSpPr>
        <p:spPr>
          <a:xfrm>
            <a:off x="22930179" y="757133"/>
            <a:ext cx="5769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87" name="Shape 87"/>
        <p:cNvGrpSpPr/>
        <p:nvPr/>
      </p:nvGrpSpPr>
      <p:grpSpPr>
        <a:xfrm>
          <a:off x="0" y="0"/>
          <a:ext cx="0" cy="0"/>
          <a:chOff x="0" y="0"/>
          <a:chExt cx="0" cy="0"/>
        </a:xfrm>
      </p:grpSpPr>
      <p:sp>
        <p:nvSpPr>
          <p:cNvPr id="88" name="Google Shape;88;p22"/>
          <p:cNvSpPr txBox="1"/>
          <p:nvPr>
            <p:ph idx="12" type="sldNum"/>
          </p:nvPr>
        </p:nvSpPr>
        <p:spPr>
          <a:xfrm>
            <a:off x="22593221" y="12435245"/>
            <a:ext cx="1463100" cy="471900"/>
          </a:xfrm>
          <a:prstGeom prst="rect">
            <a:avLst/>
          </a:prstGeom>
        </p:spPr>
        <p:txBody>
          <a:bodyPr anchorCtr="0" anchor="t" bIns="50800" lIns="50800" spcFirstLastPara="1" rIns="50800" wrap="square" tIns="5080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9pPr>
          </a:lstStyle>
          <a:p/>
        </p:txBody>
      </p:sp>
      <p:sp>
        <p:nvSpPr>
          <p:cNvPr id="7" name="Google Shape;7;p1"/>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41350" lvl="0" marL="4572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1pPr>
            <a:lvl2pPr indent="-641350" lvl="1" marL="9144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2pPr>
            <a:lvl3pPr indent="-641350" lvl="2" marL="13716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3pPr>
            <a:lvl4pPr indent="-641350" lvl="3" marL="18288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4pPr>
            <a:lvl5pPr indent="-641350" lvl="4" marL="22860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5pPr>
            <a:lvl6pPr indent="-641350" lvl="5" marL="27432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6pPr>
            <a:lvl7pPr indent="-641350" lvl="6" marL="32004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7pPr>
            <a:lvl8pPr indent="-641350" lvl="7" marL="36576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8pPr>
            <a:lvl9pPr indent="-641350" lvl="8" marL="41148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9pPr>
          </a:lstStyle>
          <a:p/>
        </p:txBody>
      </p:sp>
      <p:sp>
        <p:nvSpPr>
          <p:cNvPr id="8" name="Google Shape;8;p1"/>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27.jp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6.jp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4.jpg"/><Relationship Id="rId7" Type="http://schemas.openxmlformats.org/officeDocument/2006/relationships/image" Target="../media/image10.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2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47.png"/><Relationship Id="rId5" Type="http://schemas.openxmlformats.org/officeDocument/2006/relationships/image" Target="../media/image21.pn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7.png"/><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0.png"/><Relationship Id="rId9" Type="http://schemas.openxmlformats.org/officeDocument/2006/relationships/image" Target="../media/image45.jpg"/><Relationship Id="rId5" Type="http://schemas.openxmlformats.org/officeDocument/2006/relationships/image" Target="../media/image26.png"/><Relationship Id="rId6" Type="http://schemas.openxmlformats.org/officeDocument/2006/relationships/image" Target="../media/image51.jpg"/><Relationship Id="rId7" Type="http://schemas.openxmlformats.org/officeDocument/2006/relationships/image" Target="../media/image25.jpg"/><Relationship Id="rId8"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35.png"/><Relationship Id="rId13" Type="http://schemas.openxmlformats.org/officeDocument/2006/relationships/image" Target="../media/image43.png"/><Relationship Id="rId12" Type="http://schemas.openxmlformats.org/officeDocument/2006/relationships/image" Target="../media/image41.jpg"/><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28.png"/><Relationship Id="rId9" Type="http://schemas.openxmlformats.org/officeDocument/2006/relationships/image" Target="../media/image39.png"/><Relationship Id="rId15" Type="http://schemas.openxmlformats.org/officeDocument/2006/relationships/image" Target="../media/image44.png"/><Relationship Id="rId14" Type="http://schemas.openxmlformats.org/officeDocument/2006/relationships/image" Target="../media/image40.png"/><Relationship Id="rId17" Type="http://schemas.openxmlformats.org/officeDocument/2006/relationships/image" Target="../media/image58.png"/><Relationship Id="rId16" Type="http://schemas.openxmlformats.org/officeDocument/2006/relationships/image" Target="../media/image74.png"/><Relationship Id="rId5" Type="http://schemas.openxmlformats.org/officeDocument/2006/relationships/image" Target="../media/image37.png"/><Relationship Id="rId6" Type="http://schemas.openxmlformats.org/officeDocument/2006/relationships/image" Target="../media/image38.png"/><Relationship Id="rId18" Type="http://schemas.openxmlformats.org/officeDocument/2006/relationships/image" Target="../media/image53.png"/><Relationship Id="rId7" Type="http://schemas.openxmlformats.org/officeDocument/2006/relationships/image" Target="../media/image32.png"/><Relationship Id="rId8"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68.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68.jpg"/><Relationship Id="rId4" Type="http://schemas.openxmlformats.org/officeDocument/2006/relationships/image" Target="../media/image60.png"/><Relationship Id="rId5"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51.jpg"/><Relationship Id="rId4" Type="http://schemas.openxmlformats.org/officeDocument/2006/relationships/image" Target="../media/image46.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57.png"/><Relationship Id="rId4" Type="http://schemas.openxmlformats.org/officeDocument/2006/relationships/image" Target="../media/image36.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77.jpg"/><Relationship Id="rId4" Type="http://schemas.openxmlformats.org/officeDocument/2006/relationships/image" Target="../media/image3.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72.jpg"/><Relationship Id="rId4" Type="http://schemas.openxmlformats.org/officeDocument/2006/relationships/image" Target="../media/image3.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55.png"/><Relationship Id="rId4"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image" Target="../media/image51.jpg"/><Relationship Id="rId7" Type="http://schemas.openxmlformats.org/officeDocument/2006/relationships/image" Target="../media/image6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6.png"/><Relationship Id="rId7"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75.png"/><Relationship Id="rId4" Type="http://schemas.openxmlformats.org/officeDocument/2006/relationships/image" Target="../media/image78.png"/><Relationship Id="rId5"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66.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0.jpg"/><Relationship Id="rId4" Type="http://schemas.openxmlformats.org/officeDocument/2006/relationships/image" Target="../media/image21.png"/><Relationship Id="rId5"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1.png"/><Relationship Id="rId4" Type="http://schemas.openxmlformats.org/officeDocument/2006/relationships/image" Target="../media/image10.png"/><Relationship Id="rId5" Type="http://schemas.openxmlformats.org/officeDocument/2006/relationships/image" Target="../media/image7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0.png"/><Relationship Id="rId4" Type="http://schemas.openxmlformats.org/officeDocument/2006/relationships/image" Target="../media/image10.png"/><Relationship Id="rId5"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1.jpg"/><Relationship Id="rId4" Type="http://schemas.openxmlformats.org/officeDocument/2006/relationships/image" Target="../media/image65.png"/><Relationship Id="rId5"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1.jpg"/><Relationship Id="rId4" Type="http://schemas.openxmlformats.org/officeDocument/2006/relationships/image" Target="../media/image65.png"/><Relationship Id="rId5"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9.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9.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9.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78.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DE"/>
        </a:solidFill>
      </p:bgPr>
    </p:bg>
    <p:spTree>
      <p:nvGrpSpPr>
        <p:cNvPr id="92" name="Shape 92"/>
        <p:cNvGrpSpPr/>
        <p:nvPr/>
      </p:nvGrpSpPr>
      <p:grpSpPr>
        <a:xfrm>
          <a:off x="0" y="0"/>
          <a:ext cx="0" cy="0"/>
          <a:chOff x="0" y="0"/>
          <a:chExt cx="0" cy="0"/>
        </a:xfrm>
      </p:grpSpPr>
      <p:sp>
        <p:nvSpPr>
          <p:cNvPr id="93" name="Google Shape;93;p23"/>
          <p:cNvSpPr txBox="1"/>
          <p:nvPr>
            <p:ph type="title"/>
          </p:nvPr>
        </p:nvSpPr>
        <p:spPr>
          <a:xfrm>
            <a:off x="1778000" y="5747309"/>
            <a:ext cx="20828100" cy="2780100"/>
          </a:xfrm>
          <a:prstGeom prst="rect">
            <a:avLst/>
          </a:prstGeom>
          <a:noFill/>
          <a:ln>
            <a:noFill/>
          </a:ln>
        </p:spPr>
        <p:txBody>
          <a:bodyPr anchorCtr="0" anchor="b" bIns="50800" lIns="50800" spcFirstLastPara="1" rIns="50800" wrap="square" tIns="50800">
            <a:normAutofit/>
          </a:bodyPr>
          <a:lstStyle/>
          <a:p>
            <a:pPr indent="0" lvl="0" marL="0" rtl="0" algn="ctr">
              <a:lnSpc>
                <a:spcPct val="80000"/>
              </a:lnSpc>
              <a:spcBef>
                <a:spcPts val="0"/>
              </a:spcBef>
              <a:spcAft>
                <a:spcPts val="0"/>
              </a:spcAft>
              <a:buNone/>
            </a:pPr>
            <a:r>
              <a:rPr b="1" lang="en-US" sz="8800">
                <a:latin typeface="Noto Sans"/>
                <a:ea typeface="Noto Sans"/>
                <a:cs typeface="Noto Sans"/>
                <a:sym typeface="Noto Sans"/>
              </a:rPr>
              <a:t>Create ambitious experiences </a:t>
            </a:r>
            <a:endParaRPr b="1" sz="8800">
              <a:latin typeface="Noto Sans"/>
              <a:ea typeface="Noto Sans"/>
              <a:cs typeface="Noto Sans"/>
              <a:sym typeface="Noto Sans"/>
            </a:endParaRPr>
          </a:p>
          <a:p>
            <a:pPr indent="0" lvl="0" marL="0" rtl="0" algn="ctr">
              <a:lnSpc>
                <a:spcPct val="80000"/>
              </a:lnSpc>
              <a:spcBef>
                <a:spcPts val="0"/>
              </a:spcBef>
              <a:spcAft>
                <a:spcPts val="0"/>
              </a:spcAft>
              <a:buNone/>
            </a:pPr>
            <a:r>
              <a:rPr b="1" lang="en-US" sz="8800">
                <a:latin typeface="Noto Sans"/>
                <a:ea typeface="Noto Sans"/>
                <a:cs typeface="Noto Sans"/>
                <a:sym typeface="Noto Sans"/>
              </a:rPr>
              <a:t>that scale</a:t>
            </a:r>
            <a:endParaRPr sz="7000"/>
          </a:p>
        </p:txBody>
      </p:sp>
      <p:sp>
        <p:nvSpPr>
          <p:cNvPr id="94" name="Google Shape;94;p23"/>
          <p:cNvSpPr txBox="1"/>
          <p:nvPr>
            <p:ph idx="1" type="body"/>
          </p:nvPr>
        </p:nvSpPr>
        <p:spPr>
          <a:xfrm>
            <a:off x="1778000" y="9772072"/>
            <a:ext cx="20828100" cy="1587600"/>
          </a:xfrm>
          <a:prstGeom prst="rect">
            <a:avLst/>
          </a:prstGeom>
          <a:noFill/>
          <a:ln>
            <a:noFill/>
          </a:ln>
        </p:spPr>
        <p:txBody>
          <a:bodyPr anchorCtr="0" anchor="t" bIns="50800" lIns="50800" spcFirstLastPara="1" rIns="50800" wrap="square" tIns="50800">
            <a:normAutofit/>
          </a:bodyPr>
          <a:lstStyle/>
          <a:p>
            <a:pPr indent="0" lvl="0" marL="0" rtl="0" algn="ctr">
              <a:lnSpc>
                <a:spcPct val="100000"/>
              </a:lnSpc>
              <a:spcBef>
                <a:spcPts val="0"/>
              </a:spcBef>
              <a:spcAft>
                <a:spcPts val="0"/>
              </a:spcAft>
              <a:buClr>
                <a:srgbClr val="FFFFFF"/>
              </a:buClr>
              <a:buSzPts val="4860"/>
              <a:buFont typeface="Helvetica Neue"/>
              <a:buNone/>
            </a:pPr>
            <a:r>
              <a:rPr lang="en-US" sz="4860">
                <a:latin typeface="Noto Sans"/>
                <a:ea typeface="Noto Sans"/>
                <a:cs typeface="Noto Sans"/>
                <a:sym typeface="Noto Sans"/>
              </a:rPr>
              <a:t>Speaker Name</a:t>
            </a:r>
            <a:endParaRPr>
              <a:latin typeface="Noto Sans"/>
              <a:ea typeface="Noto Sans"/>
              <a:cs typeface="Noto Sans"/>
              <a:sym typeface="Noto Sans"/>
            </a:endParaRPr>
          </a:p>
          <a:p>
            <a:pPr indent="0" lvl="0" marL="0" rtl="0" algn="ctr">
              <a:lnSpc>
                <a:spcPct val="100000"/>
              </a:lnSpc>
              <a:spcBef>
                <a:spcPts val="0"/>
              </a:spcBef>
              <a:spcAft>
                <a:spcPts val="0"/>
              </a:spcAft>
              <a:buClr>
                <a:srgbClr val="FFFFFF"/>
              </a:buClr>
              <a:buSzPts val="4860"/>
              <a:buFont typeface="Helvetica Neue"/>
              <a:buNone/>
            </a:pPr>
            <a:r>
              <a:rPr lang="en-US" sz="4860">
                <a:latin typeface="Noto Sans"/>
                <a:ea typeface="Noto Sans"/>
                <a:cs typeface="Noto Sans"/>
                <a:sym typeface="Noto Sans"/>
              </a:rPr>
              <a:t>Speaker Title, Company</a:t>
            </a:r>
            <a:endParaRPr>
              <a:latin typeface="Noto Sans"/>
              <a:ea typeface="Noto Sans"/>
              <a:cs typeface="Noto Sans"/>
              <a:sym typeface="Noto Sans"/>
            </a:endParaRPr>
          </a:p>
        </p:txBody>
      </p:sp>
      <p:pic>
        <p:nvPicPr>
          <p:cNvPr descr="Image Gallery" id="95" name="Google Shape;95;p23"/>
          <p:cNvPicPr preferRelativeResize="0"/>
          <p:nvPr/>
        </p:nvPicPr>
        <p:blipFill rotWithShape="1">
          <a:blip r:embed="rId3">
            <a:alphaModFix/>
          </a:blip>
          <a:srcRect b="0" l="0" r="0" t="0"/>
          <a:stretch/>
        </p:blipFill>
        <p:spPr>
          <a:xfrm>
            <a:off x="9848411" y="2165218"/>
            <a:ext cx="4687177" cy="3582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4"/>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101" name="Google Shape;101;p24"/>
          <p:cNvPicPr preferRelativeResize="0"/>
          <p:nvPr/>
        </p:nvPicPr>
        <p:blipFill rotWithShape="1">
          <a:blip r:embed="rId3">
            <a:alphaModFix/>
          </a:blip>
          <a:srcRect b="0" l="12367" r="12359" t="0"/>
          <a:stretch/>
        </p:blipFill>
        <p:spPr>
          <a:xfrm>
            <a:off x="8894123" y="0"/>
            <a:ext cx="15489874" cy="13716005"/>
          </a:xfrm>
          <a:prstGeom prst="rect">
            <a:avLst/>
          </a:prstGeom>
          <a:noFill/>
          <a:ln>
            <a:noFill/>
          </a:ln>
        </p:spPr>
      </p:pic>
      <p:pic>
        <p:nvPicPr>
          <p:cNvPr descr="darkblue.png" id="102" name="Google Shape;102;p24"/>
          <p:cNvPicPr preferRelativeResize="0"/>
          <p:nvPr/>
        </p:nvPicPr>
        <p:blipFill rotWithShape="1">
          <a:blip r:embed="rId4">
            <a:alphaModFix/>
          </a:blip>
          <a:srcRect b="0" l="0" r="0" t="0"/>
          <a:stretch/>
        </p:blipFill>
        <p:spPr>
          <a:xfrm>
            <a:off x="464499" y="1243125"/>
            <a:ext cx="10759550" cy="7608550"/>
          </a:xfrm>
          <a:prstGeom prst="rect">
            <a:avLst/>
          </a:prstGeom>
          <a:noFill/>
          <a:ln>
            <a:noFill/>
          </a:ln>
        </p:spPr>
      </p:pic>
      <p:pic>
        <p:nvPicPr>
          <p:cNvPr id="103" name="Google Shape;103;p24"/>
          <p:cNvPicPr preferRelativeResize="0"/>
          <p:nvPr/>
        </p:nvPicPr>
        <p:blipFill>
          <a:blip r:embed="rId5">
            <a:alphaModFix/>
          </a:blip>
          <a:stretch>
            <a:fillRect/>
          </a:stretch>
        </p:blipFill>
        <p:spPr>
          <a:xfrm>
            <a:off x="2754401" y="10023040"/>
            <a:ext cx="2495698" cy="2319001"/>
          </a:xfrm>
          <a:prstGeom prst="rect">
            <a:avLst/>
          </a:prstGeom>
          <a:noFill/>
          <a:ln>
            <a:noFill/>
          </a:ln>
        </p:spPr>
      </p:pic>
      <p:sp>
        <p:nvSpPr>
          <p:cNvPr id="104" name="Google Shape;104;p24"/>
          <p:cNvSpPr txBox="1"/>
          <p:nvPr/>
        </p:nvSpPr>
        <p:spPr>
          <a:xfrm>
            <a:off x="2508525" y="3333650"/>
            <a:ext cx="82194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Create </a:t>
            </a:r>
            <a:br>
              <a:rPr b="1" lang="en-US" sz="7000">
                <a:solidFill>
                  <a:srgbClr val="FFFFFF"/>
                </a:solidFill>
                <a:latin typeface="Noto Sans"/>
                <a:ea typeface="Noto Sans"/>
                <a:cs typeface="Noto Sans"/>
                <a:sym typeface="Noto Sans"/>
              </a:rPr>
            </a:br>
            <a:r>
              <a:rPr b="1" lang="en-US" sz="7000">
                <a:solidFill>
                  <a:srgbClr val="FFFFFF"/>
                </a:solidFill>
                <a:latin typeface="Noto Sans"/>
                <a:ea typeface="Noto Sans"/>
                <a:cs typeface="Noto Sans"/>
                <a:sym typeface="Noto Sans"/>
              </a:rPr>
              <a:t>ambitious digital experiences </a:t>
            </a:r>
            <a:br>
              <a:rPr b="1" lang="en-US" sz="7000">
                <a:solidFill>
                  <a:srgbClr val="FFFFFF"/>
                </a:solidFill>
                <a:latin typeface="Noto Sans"/>
                <a:ea typeface="Noto Sans"/>
                <a:cs typeface="Noto Sans"/>
                <a:sym typeface="Noto Sans"/>
              </a:rPr>
            </a:br>
            <a:r>
              <a:rPr b="1" lang="en-US" sz="7000">
                <a:solidFill>
                  <a:srgbClr val="FFFFFF"/>
                </a:solidFill>
                <a:latin typeface="Noto Sans"/>
                <a:ea typeface="Noto Sans"/>
                <a:cs typeface="Noto Sans"/>
                <a:sym typeface="Noto Sans"/>
              </a:rPr>
              <a:t>that scale</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FFFFFF"/>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5"/>
          <p:cNvPicPr preferRelativeResize="0"/>
          <p:nvPr/>
        </p:nvPicPr>
        <p:blipFill rotWithShape="1">
          <a:blip r:embed="rId3">
            <a:alphaModFix/>
          </a:blip>
          <a:srcRect b="0" l="4192" r="20534" t="0"/>
          <a:stretch/>
        </p:blipFill>
        <p:spPr>
          <a:xfrm>
            <a:off x="10826710" y="-22853"/>
            <a:ext cx="15489874" cy="13716005"/>
          </a:xfrm>
          <a:prstGeom prst="rect">
            <a:avLst/>
          </a:prstGeom>
          <a:noFill/>
          <a:ln>
            <a:noFill/>
          </a:ln>
        </p:spPr>
      </p:pic>
      <p:pic>
        <p:nvPicPr>
          <p:cNvPr id="110" name="Google Shape;110;p25"/>
          <p:cNvPicPr preferRelativeResize="0"/>
          <p:nvPr/>
        </p:nvPicPr>
        <p:blipFill>
          <a:blip r:embed="rId4">
            <a:alphaModFix/>
          </a:blip>
          <a:stretch>
            <a:fillRect/>
          </a:stretch>
        </p:blipFill>
        <p:spPr>
          <a:xfrm>
            <a:off x="1" y="-12"/>
            <a:ext cx="24384000" cy="13716020"/>
          </a:xfrm>
          <a:prstGeom prst="rect">
            <a:avLst/>
          </a:prstGeom>
          <a:noFill/>
          <a:ln>
            <a:noFill/>
          </a:ln>
        </p:spPr>
      </p:pic>
      <p:sp>
        <p:nvSpPr>
          <p:cNvPr id="111" name="Google Shape;111;p25"/>
          <p:cNvSpPr txBox="1"/>
          <p:nvPr/>
        </p:nvSpPr>
        <p:spPr>
          <a:xfrm>
            <a:off x="2006450" y="2807975"/>
            <a:ext cx="83262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The DXP foundation for ambitious organizations</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pic>
        <p:nvPicPr>
          <p:cNvPr id="112" name="Google Shape;112;p25"/>
          <p:cNvPicPr preferRelativeResize="0"/>
          <p:nvPr/>
        </p:nvPicPr>
        <p:blipFill>
          <a:blip r:embed="rId5">
            <a:alphaModFix/>
          </a:blip>
          <a:stretch>
            <a:fillRect/>
          </a:stretch>
        </p:blipFill>
        <p:spPr>
          <a:xfrm>
            <a:off x="22902343" y="11941351"/>
            <a:ext cx="879033" cy="1152350"/>
          </a:xfrm>
          <a:prstGeom prst="rect">
            <a:avLst/>
          </a:prstGeom>
          <a:noFill/>
          <a:ln>
            <a:noFill/>
          </a:ln>
        </p:spPr>
      </p:pic>
      <p:sp>
        <p:nvSpPr>
          <p:cNvPr id="113" name="Google Shape;113;p25"/>
          <p:cNvSpPr txBox="1"/>
          <p:nvPr>
            <p:ph idx="1" type="body"/>
          </p:nvPr>
        </p:nvSpPr>
        <p:spPr>
          <a:xfrm>
            <a:off x="2006450" y="6858000"/>
            <a:ext cx="74346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Get the benefits of DXP with the freedom to design your own roadmap and technology stack</a:t>
            </a:r>
            <a:endParaRPr sz="3730">
              <a:solidFill>
                <a:srgbClr val="162C63"/>
              </a:solidFill>
              <a:latin typeface="Noto Sans Light"/>
              <a:ea typeface="Noto Sans Light"/>
              <a:cs typeface="Noto Sans Light"/>
              <a:sym typeface="Noto Sans Light"/>
            </a:endParaRPr>
          </a:p>
        </p:txBody>
      </p:sp>
      <p:pic>
        <p:nvPicPr>
          <p:cNvPr id="114" name="Google Shape;114;p25"/>
          <p:cNvPicPr preferRelativeResize="0"/>
          <p:nvPr/>
        </p:nvPicPr>
        <p:blipFill>
          <a:blip r:embed="rId6">
            <a:alphaModFix/>
          </a:blip>
          <a:stretch>
            <a:fillRect/>
          </a:stretch>
        </p:blipFill>
        <p:spPr>
          <a:xfrm>
            <a:off x="2006450" y="9684275"/>
            <a:ext cx="3134551" cy="2909550"/>
          </a:xfrm>
          <a:prstGeom prst="rect">
            <a:avLst/>
          </a:prstGeom>
          <a:noFill/>
          <a:ln>
            <a:noFill/>
          </a:ln>
        </p:spPr>
      </p:pic>
      <p:pic>
        <p:nvPicPr>
          <p:cNvPr id="115" name="Google Shape;115;p25"/>
          <p:cNvPicPr preferRelativeResize="0"/>
          <p:nvPr/>
        </p:nvPicPr>
        <p:blipFill>
          <a:blip r:embed="rId7">
            <a:alphaModFix/>
          </a:blip>
          <a:stretch>
            <a:fillRect/>
          </a:stretch>
        </p:blipFill>
        <p:spPr>
          <a:xfrm>
            <a:off x="2551495" y="10381220"/>
            <a:ext cx="1903560" cy="17687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6"/>
          <p:cNvPicPr preferRelativeResize="0"/>
          <p:nvPr/>
        </p:nvPicPr>
        <p:blipFill>
          <a:blip r:embed="rId3">
            <a:alphaModFix amt="54000"/>
          </a:blip>
          <a:stretch>
            <a:fillRect/>
          </a:stretch>
        </p:blipFill>
        <p:spPr>
          <a:xfrm>
            <a:off x="0" y="660700"/>
            <a:ext cx="24384000" cy="12192000"/>
          </a:xfrm>
          <a:prstGeom prst="rect">
            <a:avLst/>
          </a:prstGeom>
          <a:noFill/>
          <a:ln>
            <a:noFill/>
          </a:ln>
        </p:spPr>
      </p:pic>
      <p:pic>
        <p:nvPicPr>
          <p:cNvPr id="121" name="Google Shape;121;p26"/>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122" name="Google Shape;122;p26"/>
          <p:cNvSpPr txBox="1"/>
          <p:nvPr>
            <p:ph idx="4294967295" type="ctrTitle"/>
          </p:nvPr>
        </p:nvSpPr>
        <p:spPr>
          <a:xfrm>
            <a:off x="831200" y="5615467"/>
            <a:ext cx="22721700" cy="1844100"/>
          </a:xfrm>
          <a:prstGeom prst="rect">
            <a:avLst/>
          </a:prstGeom>
        </p:spPr>
        <p:txBody>
          <a:bodyPr anchorCtr="0" anchor="ctr" bIns="50800" lIns="50800" spcFirstLastPara="1" rIns="50800" wrap="square" tIns="50800">
            <a:normAutofit fontScale="90000"/>
          </a:bodyPr>
          <a:lstStyle/>
          <a:p>
            <a:pPr indent="0" lvl="0" marL="0" rtl="0" algn="ctr">
              <a:spcBef>
                <a:spcPts val="0"/>
              </a:spcBef>
              <a:spcAft>
                <a:spcPts val="0"/>
              </a:spcAft>
              <a:buNone/>
            </a:pPr>
            <a:r>
              <a:rPr b="1" lang="en-US" sz="8500">
                <a:solidFill>
                  <a:srgbClr val="162C63"/>
                </a:solidFill>
                <a:latin typeface="Noto Sans"/>
                <a:ea typeface="Noto Sans"/>
                <a:cs typeface="Noto Sans"/>
                <a:sym typeface="Noto Sans"/>
              </a:rPr>
              <a:t>Drupal is the platform</a:t>
            </a:r>
            <a:endParaRPr b="1" sz="8500">
              <a:solidFill>
                <a:srgbClr val="162C63"/>
              </a:solidFill>
              <a:latin typeface="Noto Sans"/>
              <a:ea typeface="Noto Sans"/>
              <a:cs typeface="Noto Sans"/>
              <a:sym typeface="Noto Sans"/>
            </a:endParaRPr>
          </a:p>
          <a:p>
            <a:pPr indent="0" lvl="0" marL="0" rtl="0" algn="ctr">
              <a:spcBef>
                <a:spcPts val="0"/>
              </a:spcBef>
              <a:spcAft>
                <a:spcPts val="0"/>
              </a:spcAft>
              <a:buNone/>
            </a:pPr>
            <a:r>
              <a:rPr lang="en-US" sz="8500">
                <a:solidFill>
                  <a:srgbClr val="162C63"/>
                </a:solidFill>
                <a:latin typeface="Noto Sans Light"/>
                <a:ea typeface="Noto Sans Light"/>
                <a:cs typeface="Noto Sans Light"/>
                <a:sym typeface="Noto Sans Light"/>
              </a:rPr>
              <a:t>that unleashes your digital ambitions</a:t>
            </a:r>
            <a:endParaRPr sz="8500">
              <a:solidFill>
                <a:srgbClr val="162C63"/>
              </a:solidFill>
              <a:latin typeface="Noto Sans Light"/>
              <a:ea typeface="Noto Sans Light"/>
              <a:cs typeface="Noto Sans Light"/>
              <a:sym typeface="Noto Sans Light"/>
            </a:endParaRPr>
          </a:p>
          <a:p>
            <a:pPr indent="0" lvl="0" marL="0" rtl="0" algn="ctr">
              <a:spcBef>
                <a:spcPts val="0"/>
              </a:spcBef>
              <a:spcAft>
                <a:spcPts val="0"/>
              </a:spcAft>
              <a:buNone/>
            </a:pPr>
            <a:r>
              <a:t/>
            </a:r>
            <a:endParaRPr sz="8500">
              <a:solidFill>
                <a:srgbClr val="162C63"/>
              </a:solidFill>
              <a:latin typeface="Noto Sans Light"/>
              <a:ea typeface="Noto Sans Light"/>
              <a:cs typeface="Noto Sans Light"/>
              <a:sym typeface="Noto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darkblue.png" id="127" name="Google Shape;127;p27"/>
          <p:cNvPicPr preferRelativeResize="0"/>
          <p:nvPr/>
        </p:nvPicPr>
        <p:blipFill rotWithShape="1">
          <a:blip r:embed="rId3">
            <a:alphaModFix/>
          </a:blip>
          <a:srcRect b="0" l="0" r="0" t="0"/>
          <a:stretch/>
        </p:blipFill>
        <p:spPr>
          <a:xfrm>
            <a:off x="13274575" y="2276396"/>
            <a:ext cx="12383366" cy="8756808"/>
          </a:xfrm>
          <a:prstGeom prst="rect">
            <a:avLst/>
          </a:prstGeom>
          <a:noFill/>
          <a:ln>
            <a:noFill/>
          </a:ln>
        </p:spPr>
      </p:pic>
      <p:sp>
        <p:nvSpPr>
          <p:cNvPr id="128" name="Google Shape;128;p27"/>
          <p:cNvSpPr txBox="1"/>
          <p:nvPr>
            <p:ph idx="4294967295" type="body"/>
          </p:nvPr>
        </p:nvSpPr>
        <p:spPr>
          <a:xfrm>
            <a:off x="15855373" y="4131071"/>
            <a:ext cx="7887296" cy="5453858"/>
          </a:xfrm>
          <a:prstGeom prst="rect">
            <a:avLst/>
          </a:prstGeom>
          <a:noFill/>
          <a:ln>
            <a:noFill/>
          </a:ln>
        </p:spPr>
        <p:txBody>
          <a:bodyPr anchorCtr="0" anchor="ctr" bIns="50800" lIns="50800" spcFirstLastPara="1" rIns="50800" wrap="square" tIns="50800">
            <a:normAutofit/>
          </a:bodyPr>
          <a:lstStyle/>
          <a:p>
            <a:pPr indent="0" lvl="0" marL="0" rtl="0" algn="l">
              <a:lnSpc>
                <a:spcPct val="100000"/>
              </a:lnSpc>
              <a:spcBef>
                <a:spcPts val="0"/>
              </a:spcBef>
              <a:spcAft>
                <a:spcPts val="0"/>
              </a:spcAft>
              <a:buNone/>
            </a:pPr>
            <a:r>
              <a:rPr b="1" lang="en-US" sz="7300">
                <a:latin typeface="Noto Sans"/>
                <a:ea typeface="Noto Sans"/>
                <a:cs typeface="Noto Sans"/>
                <a:sym typeface="Noto Sans"/>
              </a:rPr>
              <a:t>The most powerful brands run on Drupal</a:t>
            </a:r>
            <a:endParaRPr b="1" sz="7300">
              <a:latin typeface="Noto Sans"/>
              <a:ea typeface="Noto Sans"/>
              <a:cs typeface="Noto Sans"/>
              <a:sym typeface="Noto Sans"/>
            </a:endParaRPr>
          </a:p>
        </p:txBody>
      </p:sp>
      <p:pic>
        <p:nvPicPr>
          <p:cNvPr descr="nestle.jpeg" id="129" name="Google Shape;129;p27"/>
          <p:cNvPicPr preferRelativeResize="0"/>
          <p:nvPr/>
        </p:nvPicPr>
        <p:blipFill rotWithShape="1">
          <a:blip r:embed="rId4">
            <a:alphaModFix/>
          </a:blip>
          <a:srcRect b="17534" l="20787" r="20787" t="17534"/>
          <a:stretch/>
        </p:blipFill>
        <p:spPr>
          <a:xfrm>
            <a:off x="2220496" y="8775700"/>
            <a:ext cx="3431699" cy="2540001"/>
          </a:xfrm>
          <a:prstGeom prst="rect">
            <a:avLst/>
          </a:prstGeom>
          <a:noFill/>
          <a:ln>
            <a:noFill/>
          </a:ln>
        </p:spPr>
      </p:pic>
      <p:pic>
        <p:nvPicPr>
          <p:cNvPr descr="pfizer.png" id="130" name="Google Shape;130;p27"/>
          <p:cNvPicPr preferRelativeResize="0"/>
          <p:nvPr/>
        </p:nvPicPr>
        <p:blipFill rotWithShape="1">
          <a:blip r:embed="rId5">
            <a:alphaModFix/>
          </a:blip>
          <a:srcRect b="0" l="0" r="0" t="0"/>
          <a:stretch/>
        </p:blipFill>
        <p:spPr>
          <a:xfrm>
            <a:off x="1631950" y="5498355"/>
            <a:ext cx="4608872" cy="1905001"/>
          </a:xfrm>
          <a:prstGeom prst="rect">
            <a:avLst/>
          </a:prstGeom>
          <a:noFill/>
          <a:ln>
            <a:noFill/>
          </a:ln>
        </p:spPr>
      </p:pic>
      <p:pic>
        <p:nvPicPr>
          <p:cNvPr descr="european-commission.jpeg" id="131" name="Google Shape;131;p27"/>
          <p:cNvPicPr preferRelativeResize="0"/>
          <p:nvPr/>
        </p:nvPicPr>
        <p:blipFill rotWithShape="1">
          <a:blip r:embed="rId6">
            <a:alphaModFix/>
          </a:blip>
          <a:srcRect b="0" l="0" r="0" t="0"/>
          <a:stretch/>
        </p:blipFill>
        <p:spPr>
          <a:xfrm>
            <a:off x="2562287" y="2017811"/>
            <a:ext cx="2748197" cy="1905001"/>
          </a:xfrm>
          <a:prstGeom prst="rect">
            <a:avLst/>
          </a:prstGeom>
          <a:noFill/>
          <a:ln>
            <a:noFill/>
          </a:ln>
        </p:spPr>
      </p:pic>
      <p:pic>
        <p:nvPicPr>
          <p:cNvPr descr="Google Shape;169;p32" id="132" name="Google Shape;132;p27"/>
          <p:cNvPicPr preferRelativeResize="0"/>
          <p:nvPr/>
        </p:nvPicPr>
        <p:blipFill rotWithShape="1">
          <a:blip r:embed="rId7">
            <a:alphaModFix/>
          </a:blip>
          <a:srcRect b="0" l="0" r="0" t="0"/>
          <a:stretch/>
        </p:blipFill>
        <p:spPr>
          <a:xfrm>
            <a:off x="22940988" y="12140769"/>
            <a:ext cx="755183" cy="989289"/>
          </a:xfrm>
          <a:prstGeom prst="rect">
            <a:avLst/>
          </a:prstGeom>
          <a:noFill/>
          <a:ln>
            <a:noFill/>
          </a:ln>
        </p:spPr>
      </p:pic>
      <p:pic>
        <p:nvPicPr>
          <p:cNvPr id="133" name="Google Shape;133;p27"/>
          <p:cNvPicPr preferRelativeResize="0"/>
          <p:nvPr/>
        </p:nvPicPr>
        <p:blipFill>
          <a:blip r:embed="rId8">
            <a:alphaModFix/>
          </a:blip>
          <a:stretch>
            <a:fillRect/>
          </a:stretch>
        </p:blipFill>
        <p:spPr>
          <a:xfrm>
            <a:off x="22902343" y="11941351"/>
            <a:ext cx="879033" cy="1152350"/>
          </a:xfrm>
          <a:prstGeom prst="rect">
            <a:avLst/>
          </a:prstGeom>
          <a:noFill/>
          <a:ln>
            <a:noFill/>
          </a:ln>
        </p:spPr>
      </p:pic>
      <p:pic>
        <p:nvPicPr>
          <p:cNvPr id="134" name="Google Shape;134;p27"/>
          <p:cNvPicPr preferRelativeResize="0"/>
          <p:nvPr/>
        </p:nvPicPr>
        <p:blipFill>
          <a:blip r:embed="rId9">
            <a:alphaModFix/>
          </a:blip>
          <a:stretch>
            <a:fillRect/>
          </a:stretch>
        </p:blipFill>
        <p:spPr>
          <a:xfrm>
            <a:off x="7554747" y="2374988"/>
            <a:ext cx="3848100" cy="1190625"/>
          </a:xfrm>
          <a:prstGeom prst="rect">
            <a:avLst/>
          </a:prstGeom>
          <a:noFill/>
          <a:ln>
            <a:noFill/>
          </a:ln>
        </p:spPr>
      </p:pic>
      <p:pic>
        <p:nvPicPr>
          <p:cNvPr id="135" name="Google Shape;135;p27"/>
          <p:cNvPicPr preferRelativeResize="0"/>
          <p:nvPr/>
        </p:nvPicPr>
        <p:blipFill>
          <a:blip r:embed="rId10">
            <a:alphaModFix/>
          </a:blip>
          <a:stretch>
            <a:fillRect/>
          </a:stretch>
        </p:blipFill>
        <p:spPr>
          <a:xfrm>
            <a:off x="7714585" y="6097575"/>
            <a:ext cx="4086225" cy="1114425"/>
          </a:xfrm>
          <a:prstGeom prst="rect">
            <a:avLst/>
          </a:prstGeom>
          <a:noFill/>
          <a:ln>
            <a:noFill/>
          </a:ln>
        </p:spPr>
      </p:pic>
      <p:pic>
        <p:nvPicPr>
          <p:cNvPr id="136" name="Google Shape;136;p27"/>
          <p:cNvPicPr preferRelativeResize="0"/>
          <p:nvPr/>
        </p:nvPicPr>
        <p:blipFill>
          <a:blip r:embed="rId11">
            <a:alphaModFix/>
          </a:blip>
          <a:stretch>
            <a:fillRect/>
          </a:stretch>
        </p:blipFill>
        <p:spPr>
          <a:xfrm>
            <a:off x="8034638" y="9245601"/>
            <a:ext cx="2857500" cy="160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8"/>
          <p:cNvPicPr preferRelativeResize="0"/>
          <p:nvPr/>
        </p:nvPicPr>
        <p:blipFill rotWithShape="1">
          <a:blip r:embed="rId3">
            <a:alphaModFix/>
          </a:blip>
          <a:srcRect b="0" l="0" r="0" t="0"/>
          <a:stretch/>
        </p:blipFill>
        <p:spPr>
          <a:xfrm>
            <a:off x="12192000" y="0"/>
            <a:ext cx="24384000" cy="13716000"/>
          </a:xfrm>
          <a:prstGeom prst="rect">
            <a:avLst/>
          </a:prstGeom>
          <a:noFill/>
          <a:ln>
            <a:noFill/>
          </a:ln>
        </p:spPr>
      </p:pic>
      <p:pic>
        <p:nvPicPr>
          <p:cNvPr id="142" name="Google Shape;142;p28"/>
          <p:cNvPicPr preferRelativeResize="0"/>
          <p:nvPr/>
        </p:nvPicPr>
        <p:blipFill rotWithShape="1">
          <a:blip r:embed="rId4">
            <a:alphaModFix/>
          </a:blip>
          <a:srcRect b="0" l="0" r="13674" t="0"/>
          <a:stretch/>
        </p:blipFill>
        <p:spPr>
          <a:xfrm>
            <a:off x="-2" y="10100"/>
            <a:ext cx="21050102" cy="13716000"/>
          </a:xfrm>
          <a:prstGeom prst="rect">
            <a:avLst/>
          </a:prstGeom>
          <a:noFill/>
          <a:ln>
            <a:noFill/>
          </a:ln>
        </p:spPr>
      </p:pic>
      <p:pic>
        <p:nvPicPr>
          <p:cNvPr id="143" name="Google Shape;143;p28"/>
          <p:cNvPicPr preferRelativeResize="0"/>
          <p:nvPr/>
        </p:nvPicPr>
        <p:blipFill>
          <a:blip r:embed="rId5">
            <a:alphaModFix/>
          </a:blip>
          <a:stretch>
            <a:fillRect/>
          </a:stretch>
        </p:blipFill>
        <p:spPr>
          <a:xfrm>
            <a:off x="1981875" y="810400"/>
            <a:ext cx="11247874" cy="11775876"/>
          </a:xfrm>
          <a:prstGeom prst="rect">
            <a:avLst/>
          </a:prstGeom>
          <a:noFill/>
          <a:ln>
            <a:noFill/>
          </a:ln>
        </p:spPr>
      </p:pic>
      <p:sp>
        <p:nvSpPr>
          <p:cNvPr id="144" name="Google Shape;144;p28"/>
          <p:cNvSpPr txBox="1"/>
          <p:nvPr/>
        </p:nvSpPr>
        <p:spPr>
          <a:xfrm>
            <a:off x="3525925" y="3976700"/>
            <a:ext cx="86661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chemeClr val="dk1"/>
                </a:solidFill>
                <a:latin typeface="Noto Sans"/>
                <a:ea typeface="Noto Sans"/>
                <a:cs typeface="Noto Sans"/>
                <a:sym typeface="Noto Sans"/>
              </a:rPr>
              <a:t>Drupal empowers individuals to make informed health decisions</a:t>
            </a:r>
            <a:endParaRPr b="1" sz="7000">
              <a:solidFill>
                <a:schemeClr val="dk1"/>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chemeClr val="dk1"/>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chemeClr val="dk1"/>
              </a:solidFill>
              <a:latin typeface="Noto Sans"/>
              <a:ea typeface="Noto Sans"/>
              <a:cs typeface="Noto Sans"/>
              <a:sym typeface="Noto Sans"/>
            </a:endParaRPr>
          </a:p>
        </p:txBody>
      </p:sp>
      <p:pic>
        <p:nvPicPr>
          <p:cNvPr id="145" name="Google Shape;145;p28"/>
          <p:cNvPicPr preferRelativeResize="0"/>
          <p:nvPr/>
        </p:nvPicPr>
        <p:blipFill rotWithShape="1">
          <a:blip r:embed="rId6">
            <a:alphaModFix/>
          </a:blip>
          <a:srcRect b="0" l="0" r="0" t="0"/>
          <a:stretch/>
        </p:blipFill>
        <p:spPr>
          <a:xfrm>
            <a:off x="3525927" y="9432450"/>
            <a:ext cx="4295200" cy="1050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5F9A"/>
        </a:solidFill>
      </p:bgPr>
    </p:bg>
    <p:spTree>
      <p:nvGrpSpPr>
        <p:cNvPr id="149" name="Shape 149"/>
        <p:cNvGrpSpPr/>
        <p:nvPr/>
      </p:nvGrpSpPr>
      <p:grpSpPr>
        <a:xfrm>
          <a:off x="0" y="0"/>
          <a:ext cx="0" cy="0"/>
          <a:chOff x="0" y="0"/>
          <a:chExt cx="0" cy="0"/>
        </a:xfrm>
      </p:grpSpPr>
      <p:pic>
        <p:nvPicPr>
          <p:cNvPr id="150" name="Google Shape;150;p29"/>
          <p:cNvPicPr preferRelativeResize="0"/>
          <p:nvPr/>
        </p:nvPicPr>
        <p:blipFill rotWithShape="1">
          <a:blip r:embed="rId3">
            <a:alphaModFix/>
          </a:blip>
          <a:srcRect b="0" l="25292" r="25297" t="0"/>
          <a:stretch/>
        </p:blipFill>
        <p:spPr>
          <a:xfrm>
            <a:off x="12356750" y="959713"/>
            <a:ext cx="10425900" cy="11869800"/>
          </a:xfrm>
          <a:prstGeom prst="roundRect">
            <a:avLst>
              <a:gd fmla="val 3704" name="adj"/>
            </a:avLst>
          </a:prstGeom>
          <a:noFill/>
          <a:ln>
            <a:noFill/>
          </a:ln>
        </p:spPr>
      </p:pic>
      <p:pic>
        <p:nvPicPr>
          <p:cNvPr id="151" name="Google Shape;151;p29"/>
          <p:cNvPicPr preferRelativeResize="0"/>
          <p:nvPr/>
        </p:nvPicPr>
        <p:blipFill>
          <a:blip r:embed="rId4">
            <a:alphaModFix/>
          </a:blip>
          <a:stretch>
            <a:fillRect/>
          </a:stretch>
        </p:blipFill>
        <p:spPr>
          <a:xfrm>
            <a:off x="11908825" y="509511"/>
            <a:ext cx="12127676" cy="12696976"/>
          </a:xfrm>
          <a:prstGeom prst="rect">
            <a:avLst/>
          </a:prstGeom>
          <a:noFill/>
          <a:ln>
            <a:noFill/>
          </a:ln>
        </p:spPr>
      </p:pic>
      <p:sp>
        <p:nvSpPr>
          <p:cNvPr id="152" name="Google Shape;152;p29"/>
          <p:cNvSpPr txBox="1"/>
          <p:nvPr/>
        </p:nvSpPr>
        <p:spPr>
          <a:xfrm>
            <a:off x="1466450" y="1453850"/>
            <a:ext cx="9757500" cy="7644900"/>
          </a:xfrm>
          <a:prstGeom prst="rect">
            <a:avLst/>
          </a:prstGeom>
          <a:noFill/>
          <a:ln>
            <a:noFill/>
          </a:ln>
        </p:spPr>
        <p:txBody>
          <a:bodyPr anchorCtr="0" anchor="ctr" bIns="50800" lIns="50800" spcFirstLastPara="1" rIns="50800" wrap="square" tIns="50800">
            <a:spAutoFit/>
          </a:bodyPr>
          <a:lstStyle/>
          <a:p>
            <a:pPr indent="0" lvl="0" marL="0" rtl="0" algn="l">
              <a:lnSpc>
                <a:spcPct val="100000"/>
              </a:lnSpc>
              <a:spcBef>
                <a:spcPts val="0"/>
              </a:spcBef>
              <a:spcAft>
                <a:spcPts val="0"/>
              </a:spcAft>
              <a:buNone/>
            </a:pPr>
            <a:r>
              <a:rPr b="1" lang="en-US" sz="7500">
                <a:solidFill>
                  <a:schemeClr val="dk1"/>
                </a:solidFill>
                <a:latin typeface="Noto Sans"/>
                <a:ea typeface="Noto Sans"/>
                <a:cs typeface="Noto Sans"/>
                <a:sym typeface="Noto Sans"/>
              </a:rPr>
              <a:t>Drupal empowers individuals to make informed health decisions</a:t>
            </a:r>
            <a:endParaRPr b="1" sz="7500">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t/>
            </a:r>
            <a:endParaRPr b="1" sz="9500">
              <a:solidFill>
                <a:schemeClr val="dk1"/>
              </a:solidFill>
              <a:latin typeface="Noto Sans"/>
              <a:ea typeface="Noto Sans"/>
              <a:cs typeface="Noto Sans"/>
              <a:sym typeface="Noto Sans"/>
            </a:endParaRPr>
          </a:p>
          <a:p>
            <a:pPr indent="0" lvl="0" marL="0" marR="0" rtl="0" algn="l">
              <a:lnSpc>
                <a:spcPct val="100000"/>
              </a:lnSpc>
              <a:spcBef>
                <a:spcPts val="0"/>
              </a:spcBef>
              <a:spcAft>
                <a:spcPts val="0"/>
              </a:spcAft>
              <a:buClr>
                <a:srgbClr val="FFFFFF"/>
              </a:buClr>
              <a:buSzPts val="9000"/>
              <a:buFont typeface="Helvetica Neue"/>
              <a:buNone/>
            </a:pPr>
            <a:r>
              <a:t/>
            </a:r>
            <a:endParaRPr b="1" sz="9500">
              <a:solidFill>
                <a:schemeClr val="dk1"/>
              </a:solidFill>
              <a:latin typeface="Noto Sans"/>
              <a:ea typeface="Noto Sans"/>
              <a:cs typeface="Noto Sans"/>
              <a:sym typeface="Noto Sans"/>
            </a:endParaRPr>
          </a:p>
        </p:txBody>
      </p:sp>
      <p:pic>
        <p:nvPicPr>
          <p:cNvPr id="153" name="Google Shape;153;p29"/>
          <p:cNvPicPr preferRelativeResize="0"/>
          <p:nvPr/>
        </p:nvPicPr>
        <p:blipFill rotWithShape="1">
          <a:blip r:embed="rId5">
            <a:alphaModFix/>
          </a:blip>
          <a:srcRect b="0" l="0" r="0" t="0"/>
          <a:stretch/>
        </p:blipFill>
        <p:spPr>
          <a:xfrm>
            <a:off x="1466449" y="11146825"/>
            <a:ext cx="6336826" cy="155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pic>
        <p:nvPicPr>
          <p:cNvPr id="158" name="Google Shape;158;p30"/>
          <p:cNvPicPr preferRelativeResize="0"/>
          <p:nvPr/>
        </p:nvPicPr>
        <p:blipFill rotWithShape="1">
          <a:blip r:embed="rId3">
            <a:alphaModFix/>
          </a:blip>
          <a:srcRect b="0" l="20886" r="21526" t="0"/>
          <a:stretch/>
        </p:blipFill>
        <p:spPr>
          <a:xfrm>
            <a:off x="10342500" y="0"/>
            <a:ext cx="14041200" cy="13716000"/>
          </a:xfrm>
          <a:prstGeom prst="roundRect">
            <a:avLst>
              <a:gd fmla="val 0" name="adj"/>
            </a:avLst>
          </a:prstGeom>
          <a:noFill/>
          <a:ln>
            <a:noFill/>
          </a:ln>
        </p:spPr>
      </p:pic>
      <p:sp>
        <p:nvSpPr>
          <p:cNvPr id="159" name="Google Shape;159;p30"/>
          <p:cNvSpPr txBox="1"/>
          <p:nvPr/>
        </p:nvSpPr>
        <p:spPr>
          <a:xfrm>
            <a:off x="1003700" y="1768525"/>
            <a:ext cx="8714100" cy="4720200"/>
          </a:xfrm>
          <a:prstGeom prst="rect">
            <a:avLst/>
          </a:prstGeom>
          <a:noFill/>
          <a:ln>
            <a:noFill/>
          </a:ln>
        </p:spPr>
        <p:txBody>
          <a:bodyPr anchorCtr="0" anchor="ctr" bIns="50800" lIns="50800" spcFirstLastPara="1" rIns="50800" wrap="square" tIns="50800">
            <a:spAutoFit/>
          </a:bodyPr>
          <a:lstStyle/>
          <a:p>
            <a:pPr indent="0" lvl="0" marL="0" rtl="0" algn="l">
              <a:lnSpc>
                <a:spcPct val="100000"/>
              </a:lnSpc>
              <a:spcBef>
                <a:spcPts val="0"/>
              </a:spcBef>
              <a:spcAft>
                <a:spcPts val="0"/>
              </a:spcAft>
              <a:buNone/>
            </a:pPr>
            <a:r>
              <a:rPr b="1" lang="en-US" sz="7500">
                <a:solidFill>
                  <a:srgbClr val="1B5F9A"/>
                </a:solidFill>
                <a:latin typeface="Noto Sans"/>
                <a:ea typeface="Noto Sans"/>
                <a:cs typeface="Noto Sans"/>
                <a:sym typeface="Noto Sans"/>
              </a:rPr>
              <a:t>Drupal empowers individuals to make informed health decisions</a:t>
            </a:r>
            <a:endParaRPr b="1" sz="9500">
              <a:solidFill>
                <a:srgbClr val="1B5F9A"/>
              </a:solidFill>
              <a:latin typeface="Noto Sans"/>
              <a:ea typeface="Noto Sans"/>
              <a:cs typeface="Noto Sans"/>
              <a:sym typeface="Noto Sans"/>
            </a:endParaRPr>
          </a:p>
        </p:txBody>
      </p:sp>
      <p:pic>
        <p:nvPicPr>
          <p:cNvPr id="160" name="Google Shape;160;p30"/>
          <p:cNvPicPr preferRelativeResize="0"/>
          <p:nvPr/>
        </p:nvPicPr>
        <p:blipFill>
          <a:blip r:embed="rId4">
            <a:alphaModFix/>
          </a:blip>
          <a:stretch>
            <a:fillRect/>
          </a:stretch>
        </p:blipFill>
        <p:spPr>
          <a:xfrm>
            <a:off x="1077925" y="10529800"/>
            <a:ext cx="5187575" cy="1670401"/>
          </a:xfrm>
          <a:prstGeom prst="rect">
            <a:avLst/>
          </a:prstGeom>
          <a:noFill/>
          <a:ln>
            <a:noFill/>
          </a:ln>
        </p:spPr>
      </p:pic>
      <p:pic>
        <p:nvPicPr>
          <p:cNvPr id="161" name="Google Shape;161;p30"/>
          <p:cNvPicPr preferRelativeResize="0"/>
          <p:nvPr/>
        </p:nvPicPr>
        <p:blipFill>
          <a:blip r:embed="rId5">
            <a:alphaModFix/>
          </a:blip>
          <a:stretch>
            <a:fillRect/>
          </a:stretch>
        </p:blipFill>
        <p:spPr>
          <a:xfrm>
            <a:off x="11605825" y="383525"/>
            <a:ext cx="12368325" cy="12948925"/>
          </a:xfrm>
          <a:prstGeom prst="rect">
            <a:avLst/>
          </a:prstGeom>
          <a:noFill/>
          <a:ln>
            <a:noFill/>
          </a:ln>
        </p:spPr>
      </p:pic>
      <p:pic>
        <p:nvPicPr>
          <p:cNvPr id="162" name="Google Shape;162;p30"/>
          <p:cNvPicPr preferRelativeResize="0"/>
          <p:nvPr/>
        </p:nvPicPr>
        <p:blipFill>
          <a:blip r:embed="rId6">
            <a:alphaModFix/>
          </a:blip>
          <a:stretch>
            <a:fillRect/>
          </a:stretch>
        </p:blipFill>
        <p:spPr>
          <a:xfrm>
            <a:off x="21430700" y="9933451"/>
            <a:ext cx="2543450" cy="25434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C63"/>
        </a:solidFill>
      </p:bgPr>
    </p:bg>
    <p:spTree>
      <p:nvGrpSpPr>
        <p:cNvPr id="166" name="Shape 166"/>
        <p:cNvGrpSpPr/>
        <p:nvPr/>
      </p:nvGrpSpPr>
      <p:grpSpPr>
        <a:xfrm>
          <a:off x="0" y="0"/>
          <a:ext cx="0" cy="0"/>
          <a:chOff x="0" y="0"/>
          <a:chExt cx="0" cy="0"/>
        </a:xfrm>
      </p:grpSpPr>
      <p:pic>
        <p:nvPicPr>
          <p:cNvPr id="167" name="Google Shape;167;p31"/>
          <p:cNvPicPr preferRelativeResize="0"/>
          <p:nvPr/>
        </p:nvPicPr>
        <p:blipFill rotWithShape="1">
          <a:blip r:embed="rId3">
            <a:alphaModFix/>
          </a:blip>
          <a:srcRect b="0" l="19" r="19" t="0"/>
          <a:stretch/>
        </p:blipFill>
        <p:spPr>
          <a:xfrm>
            <a:off x="1334088" y="1614200"/>
            <a:ext cx="21715825" cy="10671701"/>
          </a:xfrm>
          <a:prstGeom prst="rect">
            <a:avLst/>
          </a:prstGeom>
          <a:noFill/>
          <a:ln>
            <a:noFill/>
          </a:ln>
        </p:spPr>
      </p:pic>
      <p:sp>
        <p:nvSpPr>
          <p:cNvPr id="168" name="Google Shape;168;p31"/>
          <p:cNvSpPr txBox="1"/>
          <p:nvPr>
            <p:ph idx="1" type="body"/>
          </p:nvPr>
        </p:nvSpPr>
        <p:spPr>
          <a:xfrm>
            <a:off x="4150475" y="9424775"/>
            <a:ext cx="13327200" cy="1210800"/>
          </a:xfrm>
          <a:prstGeom prst="rect">
            <a:avLst/>
          </a:prstGeom>
        </p:spPr>
        <p:txBody>
          <a:bodyPr anchorCtr="0" anchor="t" bIns="50800" lIns="50800" spcFirstLastPara="1" rIns="50800" wrap="square" tIns="50800">
            <a:spAutoFit/>
          </a:bodyPr>
          <a:lstStyle/>
          <a:p>
            <a:pPr indent="0" lvl="0" marL="0" rtl="0" algn="l">
              <a:spcBef>
                <a:spcPts val="0"/>
              </a:spcBef>
              <a:spcAft>
                <a:spcPts val="0"/>
              </a:spcAft>
              <a:buNone/>
            </a:pPr>
            <a:r>
              <a:rPr i="0" lang="en-US" sz="3600">
                <a:solidFill>
                  <a:schemeClr val="dk1"/>
                </a:solidFill>
                <a:latin typeface="Noto Sans SemiBold"/>
                <a:ea typeface="Noto Sans SemiBold"/>
                <a:cs typeface="Noto Sans SemiBold"/>
                <a:sym typeface="Noto Sans SemiBold"/>
              </a:rPr>
              <a:t>David Munn</a:t>
            </a:r>
            <a:endParaRPr i="0" sz="3600">
              <a:solidFill>
                <a:schemeClr val="dk1"/>
              </a:solidFill>
              <a:latin typeface="Noto Sans SemiBold"/>
              <a:ea typeface="Noto Sans SemiBold"/>
              <a:cs typeface="Noto Sans SemiBold"/>
              <a:sym typeface="Noto Sans SemiBold"/>
            </a:endParaRPr>
          </a:p>
          <a:p>
            <a:pPr indent="0" lvl="0" marL="0" rtl="0" algn="l">
              <a:spcBef>
                <a:spcPts val="0"/>
              </a:spcBef>
              <a:spcAft>
                <a:spcPts val="0"/>
              </a:spcAft>
              <a:buNone/>
            </a:pPr>
            <a:r>
              <a:rPr i="0" lang="en-US" sz="3600">
                <a:solidFill>
                  <a:schemeClr val="dk1"/>
                </a:solidFill>
                <a:latin typeface="Noto Sans Light"/>
                <a:ea typeface="Noto Sans Light"/>
                <a:cs typeface="Noto Sans Light"/>
                <a:sym typeface="Noto Sans Light"/>
              </a:rPr>
              <a:t>Head of Information Technology at Greater London Authority</a:t>
            </a:r>
            <a:endParaRPr i="0" sz="3600">
              <a:solidFill>
                <a:schemeClr val="dk1"/>
              </a:solidFill>
              <a:latin typeface="Noto Sans Light"/>
              <a:ea typeface="Noto Sans Light"/>
              <a:cs typeface="Noto Sans Light"/>
              <a:sym typeface="Noto Sans Light"/>
            </a:endParaRPr>
          </a:p>
        </p:txBody>
      </p:sp>
      <p:sp>
        <p:nvSpPr>
          <p:cNvPr id="169" name="Google Shape;169;p31"/>
          <p:cNvSpPr txBox="1"/>
          <p:nvPr>
            <p:ph idx="2" type="body"/>
          </p:nvPr>
        </p:nvSpPr>
        <p:spPr>
          <a:xfrm>
            <a:off x="4233050" y="4712850"/>
            <a:ext cx="15552300" cy="4114200"/>
          </a:xfrm>
          <a:prstGeom prst="rect">
            <a:avLst/>
          </a:prstGeom>
        </p:spPr>
        <p:txBody>
          <a:bodyPr anchorCtr="0" anchor="ctr" bIns="50800" lIns="50800" spcFirstLastPara="1" rIns="50800" wrap="square" tIns="50800">
            <a:spAutoFit/>
          </a:bodyPr>
          <a:lstStyle/>
          <a:p>
            <a:pPr indent="0" lvl="0" marL="0" rtl="0" algn="l">
              <a:spcBef>
                <a:spcPts val="0"/>
              </a:spcBef>
              <a:spcAft>
                <a:spcPts val="0"/>
              </a:spcAft>
              <a:buNone/>
            </a:pPr>
            <a:r>
              <a:rPr b="1" lang="en-US" sz="8700">
                <a:solidFill>
                  <a:schemeClr val="dk1"/>
                </a:solidFill>
                <a:latin typeface="Noto Sans"/>
                <a:ea typeface="Noto Sans"/>
                <a:cs typeface="Noto Sans"/>
                <a:sym typeface="Noto Sans"/>
              </a:rPr>
              <a:t>“Drupal strips away </a:t>
            </a:r>
            <a:r>
              <a:rPr b="1" lang="en-US" sz="8700">
                <a:solidFill>
                  <a:schemeClr val="dk1"/>
                </a:solidFill>
                <a:latin typeface="Noto Sans"/>
                <a:ea typeface="Noto Sans"/>
                <a:cs typeface="Noto Sans"/>
                <a:sym typeface="Noto Sans"/>
              </a:rPr>
              <a:t>barriers to innovative development</a:t>
            </a:r>
            <a:r>
              <a:rPr b="1" lang="en-US" sz="8700">
                <a:solidFill>
                  <a:schemeClr val="dk1"/>
                </a:solidFill>
                <a:latin typeface="Noto Sans"/>
                <a:ea typeface="Noto Sans"/>
                <a:cs typeface="Noto Sans"/>
                <a:sym typeface="Noto Sans"/>
              </a:rPr>
              <a:t>.”</a:t>
            </a:r>
            <a:endParaRPr b="1" sz="8700">
              <a:solidFill>
                <a:schemeClr val="dk1"/>
              </a:solidFill>
              <a:latin typeface="Noto Sans"/>
              <a:ea typeface="Noto Sans"/>
              <a:cs typeface="Noto Sans"/>
              <a:sym typeface="Noto Sans"/>
            </a:endParaRPr>
          </a:p>
        </p:txBody>
      </p:sp>
      <p:pic>
        <p:nvPicPr>
          <p:cNvPr id="170" name="Google Shape;170;p31"/>
          <p:cNvPicPr preferRelativeResize="0"/>
          <p:nvPr/>
        </p:nvPicPr>
        <p:blipFill>
          <a:blip r:embed="rId4">
            <a:alphaModFix/>
          </a:blip>
          <a:stretch>
            <a:fillRect/>
          </a:stretch>
        </p:blipFill>
        <p:spPr>
          <a:xfrm>
            <a:off x="20237107" y="9734327"/>
            <a:ext cx="2832925" cy="283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32"/>
          <p:cNvPicPr preferRelativeResize="0"/>
          <p:nvPr/>
        </p:nvPicPr>
        <p:blipFill rotWithShape="1">
          <a:blip r:embed="rId3">
            <a:alphaModFix/>
          </a:blip>
          <a:srcRect b="258" l="0" r="0" t="258"/>
          <a:stretch/>
        </p:blipFill>
        <p:spPr>
          <a:xfrm>
            <a:off x="9557700" y="952200"/>
            <a:ext cx="6174518" cy="5711867"/>
          </a:xfrm>
          <a:prstGeom prst="rect">
            <a:avLst/>
          </a:prstGeom>
          <a:noFill/>
          <a:ln>
            <a:noFill/>
          </a:ln>
        </p:spPr>
      </p:pic>
      <p:pic>
        <p:nvPicPr>
          <p:cNvPr id="176" name="Google Shape;176;p32"/>
          <p:cNvPicPr preferRelativeResize="0"/>
          <p:nvPr/>
        </p:nvPicPr>
        <p:blipFill rotWithShape="1">
          <a:blip r:embed="rId4">
            <a:alphaModFix/>
          </a:blip>
          <a:srcRect b="0" l="109" r="99" t="0"/>
          <a:stretch/>
        </p:blipFill>
        <p:spPr>
          <a:xfrm>
            <a:off x="16486601" y="5209900"/>
            <a:ext cx="6621623" cy="6157269"/>
          </a:xfrm>
          <a:prstGeom prst="rect">
            <a:avLst/>
          </a:prstGeom>
          <a:noFill/>
          <a:ln>
            <a:noFill/>
          </a:ln>
        </p:spPr>
      </p:pic>
      <p:pic>
        <p:nvPicPr>
          <p:cNvPr id="177" name="Google Shape;177;p32"/>
          <p:cNvPicPr preferRelativeResize="0"/>
          <p:nvPr/>
        </p:nvPicPr>
        <p:blipFill rotWithShape="1">
          <a:blip r:embed="rId5">
            <a:alphaModFix/>
          </a:blip>
          <a:srcRect b="81" l="0" r="0" t="25695"/>
          <a:stretch/>
        </p:blipFill>
        <p:spPr>
          <a:xfrm>
            <a:off x="16698825" y="-1"/>
            <a:ext cx="6621625" cy="4576999"/>
          </a:xfrm>
          <a:prstGeom prst="rect">
            <a:avLst/>
          </a:prstGeom>
          <a:noFill/>
          <a:ln>
            <a:noFill/>
          </a:ln>
        </p:spPr>
      </p:pic>
      <p:pic>
        <p:nvPicPr>
          <p:cNvPr id="178" name="Google Shape;178;p32"/>
          <p:cNvPicPr preferRelativeResize="0"/>
          <p:nvPr/>
        </p:nvPicPr>
        <p:blipFill rotWithShape="1">
          <a:blip r:embed="rId5">
            <a:alphaModFix/>
          </a:blip>
          <a:srcRect b="79" l="0" r="0" t="69"/>
          <a:stretch/>
        </p:blipFill>
        <p:spPr>
          <a:xfrm>
            <a:off x="9557703" y="7099766"/>
            <a:ext cx="6174520" cy="5741534"/>
          </a:xfrm>
          <a:prstGeom prst="rect">
            <a:avLst/>
          </a:prstGeom>
          <a:noFill/>
          <a:ln>
            <a:noFill/>
          </a:ln>
        </p:spPr>
      </p:pic>
      <p:pic>
        <p:nvPicPr>
          <p:cNvPr id="179" name="Google Shape;179;p32"/>
          <p:cNvPicPr preferRelativeResize="0"/>
          <p:nvPr/>
        </p:nvPicPr>
        <p:blipFill rotWithShape="1">
          <a:blip r:embed="rId6">
            <a:alphaModFix/>
          </a:blip>
          <a:srcRect b="17154" l="25304" r="21219" t="20579"/>
          <a:stretch/>
        </p:blipFill>
        <p:spPr>
          <a:xfrm>
            <a:off x="17261500" y="0"/>
            <a:ext cx="5247300" cy="4072200"/>
          </a:xfrm>
          <a:prstGeom prst="roundRect">
            <a:avLst>
              <a:gd fmla="val 5580" name="adj"/>
            </a:avLst>
          </a:prstGeom>
          <a:noFill/>
          <a:ln>
            <a:noFill/>
          </a:ln>
        </p:spPr>
      </p:pic>
      <p:pic>
        <p:nvPicPr>
          <p:cNvPr id="180" name="Google Shape;180;p32"/>
          <p:cNvPicPr preferRelativeResize="0"/>
          <p:nvPr/>
        </p:nvPicPr>
        <p:blipFill rotWithShape="1">
          <a:blip r:embed="rId7">
            <a:alphaModFix/>
          </a:blip>
          <a:srcRect b="9924" l="21342" r="17781" t="6680"/>
          <a:stretch/>
        </p:blipFill>
        <p:spPr>
          <a:xfrm>
            <a:off x="10034950" y="7820350"/>
            <a:ext cx="5012400" cy="4577100"/>
          </a:xfrm>
          <a:prstGeom prst="roundRect">
            <a:avLst>
              <a:gd fmla="val 4647" name="adj"/>
            </a:avLst>
          </a:prstGeom>
          <a:noFill/>
          <a:ln>
            <a:noFill/>
          </a:ln>
        </p:spPr>
      </p:pic>
      <p:pic>
        <p:nvPicPr>
          <p:cNvPr id="181" name="Google Shape;181;p32"/>
          <p:cNvPicPr preferRelativeResize="0"/>
          <p:nvPr/>
        </p:nvPicPr>
        <p:blipFill rotWithShape="1">
          <a:blip r:embed="rId8">
            <a:alphaModFix/>
          </a:blip>
          <a:srcRect b="5123" l="11581" r="27494" t="11978"/>
          <a:stretch/>
        </p:blipFill>
        <p:spPr>
          <a:xfrm>
            <a:off x="10242850" y="1629525"/>
            <a:ext cx="4804500" cy="4357200"/>
          </a:xfrm>
          <a:prstGeom prst="roundRect">
            <a:avLst>
              <a:gd fmla="val 7174" name="adj"/>
            </a:avLst>
          </a:prstGeom>
          <a:noFill/>
          <a:ln>
            <a:noFill/>
          </a:ln>
        </p:spPr>
      </p:pic>
      <p:pic>
        <p:nvPicPr>
          <p:cNvPr id="182" name="Google Shape;182;p32"/>
          <p:cNvPicPr preferRelativeResize="0"/>
          <p:nvPr/>
        </p:nvPicPr>
        <p:blipFill rotWithShape="1">
          <a:blip r:embed="rId9">
            <a:alphaModFix/>
          </a:blip>
          <a:srcRect b="3611" l="19802" r="16890" t="9583"/>
          <a:stretch/>
        </p:blipFill>
        <p:spPr>
          <a:xfrm>
            <a:off x="17302015" y="5698980"/>
            <a:ext cx="5247300" cy="4795800"/>
          </a:xfrm>
          <a:prstGeom prst="roundRect">
            <a:avLst>
              <a:gd fmla="val 5915" name="adj"/>
            </a:avLst>
          </a:prstGeom>
          <a:noFill/>
          <a:ln>
            <a:noFill/>
          </a:ln>
        </p:spPr>
      </p:pic>
      <p:pic>
        <p:nvPicPr>
          <p:cNvPr id="183" name="Google Shape;183;p32"/>
          <p:cNvPicPr preferRelativeResize="0"/>
          <p:nvPr/>
        </p:nvPicPr>
        <p:blipFill>
          <a:blip r:embed="rId10">
            <a:alphaModFix/>
          </a:blip>
          <a:stretch>
            <a:fillRect/>
          </a:stretch>
        </p:blipFill>
        <p:spPr>
          <a:xfrm>
            <a:off x="22902343" y="11941351"/>
            <a:ext cx="879033" cy="1152350"/>
          </a:xfrm>
          <a:prstGeom prst="rect">
            <a:avLst/>
          </a:prstGeom>
          <a:noFill/>
          <a:ln>
            <a:noFill/>
          </a:ln>
        </p:spPr>
      </p:pic>
      <p:sp>
        <p:nvSpPr>
          <p:cNvPr id="184" name="Google Shape;184;p32"/>
          <p:cNvSpPr txBox="1"/>
          <p:nvPr/>
        </p:nvSpPr>
        <p:spPr>
          <a:xfrm>
            <a:off x="1581000" y="1629525"/>
            <a:ext cx="67257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Seamless integrations ready-to-go</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
        <p:nvSpPr>
          <p:cNvPr id="185" name="Google Shape;185;p32"/>
          <p:cNvSpPr txBox="1"/>
          <p:nvPr>
            <p:ph idx="1" type="body"/>
          </p:nvPr>
        </p:nvSpPr>
        <p:spPr>
          <a:xfrm>
            <a:off x="1581000" y="5209900"/>
            <a:ext cx="57621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Thousands of add-ons are available that support your marketing tooling. You can control data </a:t>
            </a:r>
            <a:r>
              <a:rPr lang="en-US" sz="3730">
                <a:solidFill>
                  <a:srgbClr val="162C63"/>
                </a:solidFill>
                <a:latin typeface="Noto Sans Light"/>
                <a:ea typeface="Noto Sans Light"/>
                <a:cs typeface="Noto Sans Light"/>
                <a:sym typeface="Noto Sans Light"/>
              </a:rPr>
              <a:t>privacy</a:t>
            </a:r>
            <a:r>
              <a:rPr lang="en-US" sz="3730">
                <a:solidFill>
                  <a:srgbClr val="162C63"/>
                </a:solidFill>
                <a:latin typeface="Noto Sans Light"/>
                <a:ea typeface="Noto Sans Light"/>
                <a:cs typeface="Noto Sans Light"/>
                <a:sym typeface="Noto Sans Light"/>
              </a:rPr>
              <a:t> and how customer insights are used.</a:t>
            </a:r>
            <a:endParaRPr sz="3730">
              <a:solidFill>
                <a:srgbClr val="162C63"/>
              </a:solidFill>
              <a:latin typeface="Noto Sans Light"/>
              <a:ea typeface="Noto Sans Light"/>
              <a:cs typeface="Noto Sans Light"/>
              <a:sym typeface="Noto Sans Light"/>
            </a:endParaRPr>
          </a:p>
        </p:txBody>
      </p:sp>
      <p:pic>
        <p:nvPicPr>
          <p:cNvPr id="186" name="Google Shape;186;p32"/>
          <p:cNvPicPr preferRelativeResize="0"/>
          <p:nvPr/>
        </p:nvPicPr>
        <p:blipFill>
          <a:blip r:embed="rId11">
            <a:alphaModFix/>
          </a:blip>
          <a:stretch>
            <a:fillRect/>
          </a:stretch>
        </p:blipFill>
        <p:spPr>
          <a:xfrm>
            <a:off x="1581001" y="10407990"/>
            <a:ext cx="2495698" cy="2319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3"/>
          <p:cNvPicPr preferRelativeResize="0"/>
          <p:nvPr/>
        </p:nvPicPr>
        <p:blipFill rotWithShape="1">
          <a:blip r:embed="rId3">
            <a:alphaModFix/>
          </a:blip>
          <a:srcRect b="0" l="0" r="0" t="0"/>
          <a:stretch/>
        </p:blipFill>
        <p:spPr>
          <a:xfrm>
            <a:off x="1480800" y="2574213"/>
            <a:ext cx="8611651" cy="8007727"/>
          </a:xfrm>
          <a:prstGeom prst="rect">
            <a:avLst/>
          </a:prstGeom>
          <a:noFill/>
          <a:ln>
            <a:noFill/>
          </a:ln>
        </p:spPr>
      </p:pic>
      <p:sp>
        <p:nvSpPr>
          <p:cNvPr id="192" name="Google Shape;192;p33"/>
          <p:cNvSpPr txBox="1"/>
          <p:nvPr>
            <p:ph type="title"/>
          </p:nvPr>
        </p:nvSpPr>
        <p:spPr>
          <a:xfrm>
            <a:off x="2595850" y="4722375"/>
            <a:ext cx="6714900" cy="4236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0000">
                <a:solidFill>
                  <a:srgbClr val="0D7DC1"/>
                </a:solidFill>
              </a:rPr>
              <a:t>56%</a:t>
            </a:r>
            <a:endParaRPr b="1" sz="20000">
              <a:solidFill>
                <a:srgbClr val="0D7DC1"/>
              </a:solidFill>
            </a:endParaRPr>
          </a:p>
        </p:txBody>
      </p:sp>
      <p:sp>
        <p:nvSpPr>
          <p:cNvPr id="193" name="Google Shape;193;p33"/>
          <p:cNvSpPr txBox="1"/>
          <p:nvPr>
            <p:ph idx="1" type="body"/>
          </p:nvPr>
        </p:nvSpPr>
        <p:spPr>
          <a:xfrm>
            <a:off x="11669725" y="2809788"/>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b="1" lang="en-US" sz="6000">
                <a:solidFill>
                  <a:srgbClr val="162C63"/>
                </a:solidFill>
                <a:latin typeface="Noto Sans"/>
                <a:ea typeface="Noto Sans"/>
                <a:cs typeface="Noto Sans"/>
                <a:sym typeface="Noto Sans"/>
              </a:rPr>
              <a:t>56% of Government Websites run on Drupal</a:t>
            </a:r>
            <a:endParaRPr b="1" sz="6000">
              <a:solidFill>
                <a:srgbClr val="162C63"/>
              </a:solidFill>
              <a:latin typeface="Noto Sans"/>
              <a:ea typeface="Noto Sans"/>
              <a:cs typeface="Noto Sans"/>
              <a:sym typeface="Noto Sans"/>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Compliance</a:t>
            </a:r>
            <a:r>
              <a:rPr lang="en-US" sz="3730">
                <a:solidFill>
                  <a:srgbClr val="162C63"/>
                </a:solidFill>
                <a:latin typeface="Noto Sans Light"/>
                <a:ea typeface="Noto Sans Light"/>
                <a:cs typeface="Noto Sans Light"/>
                <a:sym typeface="Noto Sans Light"/>
              </a:rPr>
              <a:t> - Control over data residency; accessibility &amp; security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Supported</a:t>
            </a:r>
            <a:r>
              <a:rPr lang="en-US" sz="3730">
                <a:solidFill>
                  <a:srgbClr val="162C63"/>
                </a:solidFill>
                <a:latin typeface="Noto Sans Light"/>
                <a:ea typeface="Noto Sans Light"/>
                <a:cs typeface="Noto Sans Light"/>
                <a:sym typeface="Noto Sans Light"/>
              </a:rPr>
              <a:t> - A network of certified Drupal Partners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Composability</a:t>
            </a:r>
            <a:r>
              <a:rPr lang="en-US" sz="3730">
                <a:solidFill>
                  <a:srgbClr val="162C63"/>
                </a:solidFill>
                <a:latin typeface="Noto Sans Light"/>
                <a:ea typeface="Noto Sans Light"/>
                <a:cs typeface="Noto Sans Light"/>
                <a:sym typeface="Noto Sans Light"/>
              </a:rPr>
              <a:t> - You pick the tools you want to integrate with</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194" name="Google Shape;194;p33"/>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4"/>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200" name="Google Shape;200;p34"/>
          <p:cNvSpPr txBox="1"/>
          <p:nvPr>
            <p:ph idx="1" type="body"/>
          </p:nvPr>
        </p:nvSpPr>
        <p:spPr>
          <a:xfrm>
            <a:off x="1924675" y="5877175"/>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Compliance</a:t>
            </a:r>
            <a:r>
              <a:rPr lang="en-US" sz="3730">
                <a:solidFill>
                  <a:srgbClr val="162C63"/>
                </a:solidFill>
                <a:latin typeface="Noto Sans Light"/>
                <a:ea typeface="Noto Sans Light"/>
                <a:cs typeface="Noto Sans Light"/>
                <a:sym typeface="Noto Sans Light"/>
              </a:rPr>
              <a:t> - Control over data residency; accessibility &amp; security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Supported</a:t>
            </a:r>
            <a:r>
              <a:rPr lang="en-US" sz="3730">
                <a:solidFill>
                  <a:srgbClr val="162C63"/>
                </a:solidFill>
                <a:latin typeface="Noto Sans Light"/>
                <a:ea typeface="Noto Sans Light"/>
                <a:cs typeface="Noto Sans Light"/>
                <a:sym typeface="Noto Sans Light"/>
              </a:rPr>
              <a:t> - A network of certified Drupal Partners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Composability</a:t>
            </a:r>
            <a:r>
              <a:rPr lang="en-US" sz="3730">
                <a:solidFill>
                  <a:srgbClr val="162C63"/>
                </a:solidFill>
                <a:latin typeface="Noto Sans Light"/>
                <a:ea typeface="Noto Sans Light"/>
                <a:cs typeface="Noto Sans Light"/>
                <a:sym typeface="Noto Sans Light"/>
              </a:rPr>
              <a:t> - You pick the tools you want to integrate with</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201" name="Google Shape;201;p34"/>
          <p:cNvPicPr preferRelativeResize="0"/>
          <p:nvPr/>
        </p:nvPicPr>
        <p:blipFill rotWithShape="1">
          <a:blip r:embed="rId4">
            <a:alphaModFix/>
          </a:blip>
          <a:srcRect b="-1080" l="0" r="0" t="1080"/>
          <a:stretch/>
        </p:blipFill>
        <p:spPr>
          <a:xfrm>
            <a:off x="13326575" y="2679387"/>
            <a:ext cx="9297025" cy="8600377"/>
          </a:xfrm>
          <a:prstGeom prst="rect">
            <a:avLst/>
          </a:prstGeom>
          <a:noFill/>
          <a:ln>
            <a:noFill/>
          </a:ln>
        </p:spPr>
      </p:pic>
      <p:sp>
        <p:nvSpPr>
          <p:cNvPr id="202" name="Google Shape;202;p34"/>
          <p:cNvSpPr txBox="1"/>
          <p:nvPr/>
        </p:nvSpPr>
        <p:spPr>
          <a:xfrm>
            <a:off x="14612238" y="5575350"/>
            <a:ext cx="6725700" cy="2565300"/>
          </a:xfrm>
          <a:prstGeom prst="rect">
            <a:avLst/>
          </a:prstGeom>
          <a:noFill/>
          <a:ln>
            <a:noFill/>
          </a:ln>
        </p:spPr>
        <p:txBody>
          <a:bodyPr anchorCtr="0" anchor="ctr" bIns="50800" lIns="50800" spcFirstLastPara="1" rIns="50800" wrap="square" tIns="50800">
            <a:spAutoFit/>
          </a:bodyPr>
          <a:lstStyle/>
          <a:p>
            <a:pPr indent="0" lvl="0" marL="0" marR="0" rtl="0" algn="ctr">
              <a:lnSpc>
                <a:spcPct val="80000"/>
              </a:lnSpc>
              <a:spcBef>
                <a:spcPts val="0"/>
              </a:spcBef>
              <a:spcAft>
                <a:spcPts val="0"/>
              </a:spcAft>
              <a:buClr>
                <a:srgbClr val="FFFFFF"/>
              </a:buClr>
              <a:buSzPts val="9000"/>
              <a:buFont typeface="Helvetica Neue"/>
              <a:buNone/>
            </a:pPr>
            <a:r>
              <a:rPr b="1" lang="en-US" sz="20000">
                <a:solidFill>
                  <a:srgbClr val="162C63"/>
                </a:solidFill>
                <a:latin typeface="Noto Sans"/>
                <a:ea typeface="Noto Sans"/>
                <a:cs typeface="Noto Sans"/>
                <a:sym typeface="Noto Sans"/>
              </a:rPr>
              <a:t>70%</a:t>
            </a:r>
            <a:endParaRPr b="1" sz="20000">
              <a:solidFill>
                <a:srgbClr val="162C63"/>
              </a:solidFill>
              <a:latin typeface="Noto Sans"/>
              <a:ea typeface="Noto Sans"/>
              <a:cs typeface="Noto Sans"/>
              <a:sym typeface="Noto Sans"/>
            </a:endParaRPr>
          </a:p>
        </p:txBody>
      </p:sp>
      <p:sp>
        <p:nvSpPr>
          <p:cNvPr id="203" name="Google Shape;203;p34"/>
          <p:cNvSpPr txBox="1"/>
          <p:nvPr/>
        </p:nvSpPr>
        <p:spPr>
          <a:xfrm>
            <a:off x="1893900" y="2230950"/>
            <a:ext cx="7851000" cy="2965500"/>
          </a:xfrm>
          <a:prstGeom prst="rect">
            <a:avLst/>
          </a:prstGeom>
          <a:noFill/>
          <a:ln>
            <a:noFill/>
          </a:ln>
        </p:spPr>
        <p:txBody>
          <a:bodyPr anchorCtr="0" anchor="ctr" bIns="50800" lIns="50800" spcFirstLastPara="1" rIns="50800" wrap="square" tIns="50800">
            <a:spAutoFit/>
          </a:bodyPr>
          <a:lstStyle/>
          <a:p>
            <a:pPr indent="0" lvl="0" marL="0" rtl="0" algn="l">
              <a:lnSpc>
                <a:spcPct val="105000"/>
              </a:lnSpc>
              <a:spcBef>
                <a:spcPts val="0"/>
              </a:spcBef>
              <a:spcAft>
                <a:spcPts val="0"/>
              </a:spcAft>
              <a:buClr>
                <a:srgbClr val="000000"/>
              </a:buClr>
              <a:buSzPts val="1018"/>
              <a:buFont typeface="Arial"/>
              <a:buNone/>
            </a:pPr>
            <a:r>
              <a:rPr b="1" lang="en-US" sz="6000">
                <a:solidFill>
                  <a:srgbClr val="162C63"/>
                </a:solidFill>
                <a:latin typeface="Noto Sans"/>
                <a:ea typeface="Noto Sans"/>
                <a:cs typeface="Noto Sans"/>
                <a:sym typeface="Noto Sans"/>
              </a:rPr>
              <a:t>70% of Ivy League universities use Drupal.</a:t>
            </a:r>
            <a:endParaRPr b="1" sz="7000">
              <a:solidFill>
                <a:srgbClr val="162C63"/>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09" name="Google Shape;209;p35"/>
          <p:cNvPicPr preferRelativeResize="0"/>
          <p:nvPr/>
        </p:nvPicPr>
        <p:blipFill rotWithShape="1">
          <a:blip r:embed="rId3">
            <a:alphaModFix/>
          </a:blip>
          <a:srcRect b="0" l="4192" r="20534" t="0"/>
          <a:stretch/>
        </p:blipFill>
        <p:spPr>
          <a:xfrm>
            <a:off x="8894123" y="0"/>
            <a:ext cx="15489874" cy="13716005"/>
          </a:xfrm>
          <a:prstGeom prst="rect">
            <a:avLst/>
          </a:prstGeom>
          <a:noFill/>
          <a:ln>
            <a:noFill/>
          </a:ln>
        </p:spPr>
      </p:pic>
      <p:pic>
        <p:nvPicPr>
          <p:cNvPr id="210" name="Google Shape;210;p35"/>
          <p:cNvPicPr preferRelativeResize="0"/>
          <p:nvPr/>
        </p:nvPicPr>
        <p:blipFill rotWithShape="1">
          <a:blip r:embed="rId4">
            <a:alphaModFix/>
          </a:blip>
          <a:srcRect b="-1080" l="0" r="0" t="1080"/>
          <a:stretch/>
        </p:blipFill>
        <p:spPr>
          <a:xfrm>
            <a:off x="1195350" y="831300"/>
            <a:ext cx="9297025" cy="8600377"/>
          </a:xfrm>
          <a:prstGeom prst="rect">
            <a:avLst/>
          </a:prstGeom>
          <a:noFill/>
          <a:ln>
            <a:noFill/>
          </a:ln>
        </p:spPr>
      </p:pic>
      <p:pic>
        <p:nvPicPr>
          <p:cNvPr id="211" name="Google Shape;211;p35"/>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12" name="Google Shape;212;p35"/>
          <p:cNvSpPr txBox="1"/>
          <p:nvPr/>
        </p:nvSpPr>
        <p:spPr>
          <a:xfrm>
            <a:off x="2446650" y="3417750"/>
            <a:ext cx="6598500" cy="52746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Half of Fortune 500 companies rely on Drupal</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rgbClr val="FFFFFF"/>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p:nvPr/>
        </p:nvSpPr>
        <p:spPr>
          <a:xfrm>
            <a:off x="104775" y="26200"/>
            <a:ext cx="10140900" cy="13716000"/>
          </a:xfrm>
          <a:prstGeom prst="rect">
            <a:avLst/>
          </a:prstGeom>
          <a:solidFill>
            <a:srgbClr val="162C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18" name="Google Shape;218;p36"/>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19" name="Google Shape;219;p36"/>
          <p:cNvPicPr preferRelativeResize="0"/>
          <p:nvPr/>
        </p:nvPicPr>
        <p:blipFill rotWithShape="1">
          <a:blip r:embed="rId3">
            <a:alphaModFix/>
          </a:blip>
          <a:srcRect b="0" l="-21215" r="-16279" t="-3874"/>
          <a:stretch/>
        </p:blipFill>
        <p:spPr>
          <a:xfrm>
            <a:off x="11743885" y="11489029"/>
            <a:ext cx="2007075" cy="1516196"/>
          </a:xfrm>
          <a:prstGeom prst="rect">
            <a:avLst/>
          </a:prstGeom>
          <a:noFill/>
          <a:ln>
            <a:noFill/>
          </a:ln>
        </p:spPr>
      </p:pic>
      <p:pic>
        <p:nvPicPr>
          <p:cNvPr id="220" name="Google Shape;220;p36"/>
          <p:cNvPicPr preferRelativeResize="0"/>
          <p:nvPr/>
        </p:nvPicPr>
        <p:blipFill rotWithShape="1">
          <a:blip r:embed="rId4">
            <a:alphaModFix/>
          </a:blip>
          <a:srcRect b="-32590" l="-5407" r="-5407" t="-32590"/>
          <a:stretch/>
        </p:blipFill>
        <p:spPr>
          <a:xfrm>
            <a:off x="11582072" y="9100441"/>
            <a:ext cx="2330702" cy="1642276"/>
          </a:xfrm>
          <a:prstGeom prst="rect">
            <a:avLst/>
          </a:prstGeom>
          <a:noFill/>
          <a:ln>
            <a:noFill/>
          </a:ln>
        </p:spPr>
      </p:pic>
      <p:pic>
        <p:nvPicPr>
          <p:cNvPr id="221" name="Google Shape;221;p36"/>
          <p:cNvPicPr preferRelativeResize="0"/>
          <p:nvPr/>
        </p:nvPicPr>
        <p:blipFill rotWithShape="1">
          <a:blip r:embed="rId5">
            <a:alphaModFix/>
          </a:blip>
          <a:srcRect b="-27587" l="0" r="-4602" t="-27571"/>
          <a:stretch/>
        </p:blipFill>
        <p:spPr>
          <a:xfrm>
            <a:off x="20236795" y="11750027"/>
            <a:ext cx="2874075" cy="994200"/>
          </a:xfrm>
          <a:prstGeom prst="rect">
            <a:avLst/>
          </a:prstGeom>
          <a:noFill/>
          <a:ln>
            <a:noFill/>
          </a:ln>
        </p:spPr>
      </p:pic>
      <p:pic>
        <p:nvPicPr>
          <p:cNvPr id="222" name="Google Shape;222;p36"/>
          <p:cNvPicPr preferRelativeResize="0"/>
          <p:nvPr/>
        </p:nvPicPr>
        <p:blipFill rotWithShape="1">
          <a:blip r:embed="rId6">
            <a:alphaModFix/>
          </a:blip>
          <a:srcRect b="-40777" l="-5579" r="-5568" t="-40777"/>
          <a:stretch/>
        </p:blipFill>
        <p:spPr>
          <a:xfrm>
            <a:off x="11743882" y="3519274"/>
            <a:ext cx="2007082" cy="1878650"/>
          </a:xfrm>
          <a:prstGeom prst="rect">
            <a:avLst/>
          </a:prstGeom>
          <a:noFill/>
          <a:ln>
            <a:noFill/>
          </a:ln>
        </p:spPr>
      </p:pic>
      <p:pic>
        <p:nvPicPr>
          <p:cNvPr id="223" name="Google Shape;223;p36"/>
          <p:cNvPicPr preferRelativeResize="0"/>
          <p:nvPr/>
        </p:nvPicPr>
        <p:blipFill rotWithShape="1">
          <a:blip r:embed="rId7">
            <a:alphaModFix/>
          </a:blip>
          <a:srcRect b="0" l="-1848" r="-842" t="-46907"/>
          <a:stretch/>
        </p:blipFill>
        <p:spPr>
          <a:xfrm>
            <a:off x="15036337" y="11750027"/>
            <a:ext cx="4139149" cy="994200"/>
          </a:xfrm>
          <a:prstGeom prst="rect">
            <a:avLst/>
          </a:prstGeom>
          <a:noFill/>
          <a:ln>
            <a:noFill/>
          </a:ln>
        </p:spPr>
      </p:pic>
      <p:pic>
        <p:nvPicPr>
          <p:cNvPr id="224" name="Google Shape;224;p36"/>
          <p:cNvPicPr preferRelativeResize="0"/>
          <p:nvPr/>
        </p:nvPicPr>
        <p:blipFill rotWithShape="1">
          <a:blip r:embed="rId8">
            <a:alphaModFix/>
          </a:blip>
          <a:srcRect b="0" l="1699" r="1709" t="0"/>
          <a:stretch/>
        </p:blipFill>
        <p:spPr>
          <a:xfrm>
            <a:off x="15911936" y="6292481"/>
            <a:ext cx="2387953" cy="1696000"/>
          </a:xfrm>
          <a:prstGeom prst="rect">
            <a:avLst/>
          </a:prstGeom>
          <a:noFill/>
          <a:ln>
            <a:noFill/>
          </a:ln>
        </p:spPr>
      </p:pic>
      <p:pic>
        <p:nvPicPr>
          <p:cNvPr id="225" name="Google Shape;225;p36"/>
          <p:cNvPicPr preferRelativeResize="0"/>
          <p:nvPr/>
        </p:nvPicPr>
        <p:blipFill rotWithShape="1">
          <a:blip r:embed="rId9">
            <a:alphaModFix/>
          </a:blip>
          <a:srcRect b="-870" l="0" r="0" t="870"/>
          <a:stretch/>
        </p:blipFill>
        <p:spPr>
          <a:xfrm>
            <a:off x="16284708" y="9100442"/>
            <a:ext cx="1642408" cy="1642274"/>
          </a:xfrm>
          <a:prstGeom prst="rect">
            <a:avLst/>
          </a:prstGeom>
          <a:noFill/>
          <a:ln>
            <a:noFill/>
          </a:ln>
        </p:spPr>
      </p:pic>
      <p:pic>
        <p:nvPicPr>
          <p:cNvPr id="226" name="Google Shape;226;p36"/>
          <p:cNvPicPr preferRelativeResize="0"/>
          <p:nvPr/>
        </p:nvPicPr>
        <p:blipFill rotWithShape="1">
          <a:blip r:embed="rId10">
            <a:alphaModFix/>
          </a:blip>
          <a:srcRect b="-8045" l="-33216" r="-33200" t="-8045"/>
          <a:stretch/>
        </p:blipFill>
        <p:spPr>
          <a:xfrm>
            <a:off x="11373610" y="6182144"/>
            <a:ext cx="2747625" cy="1916675"/>
          </a:xfrm>
          <a:prstGeom prst="rect">
            <a:avLst/>
          </a:prstGeom>
          <a:noFill/>
          <a:ln>
            <a:noFill/>
          </a:ln>
        </p:spPr>
      </p:pic>
      <p:pic>
        <p:nvPicPr>
          <p:cNvPr id="227" name="Google Shape;227;p36"/>
          <p:cNvPicPr preferRelativeResize="0"/>
          <p:nvPr/>
        </p:nvPicPr>
        <p:blipFill rotWithShape="1">
          <a:blip r:embed="rId11">
            <a:alphaModFix/>
          </a:blip>
          <a:srcRect b="1238" l="0" r="0" t="1238"/>
          <a:stretch/>
        </p:blipFill>
        <p:spPr>
          <a:xfrm>
            <a:off x="15783350" y="3982462"/>
            <a:ext cx="2645125" cy="952275"/>
          </a:xfrm>
          <a:prstGeom prst="rect">
            <a:avLst/>
          </a:prstGeom>
          <a:noFill/>
          <a:ln>
            <a:noFill/>
          </a:ln>
        </p:spPr>
      </p:pic>
      <p:pic>
        <p:nvPicPr>
          <p:cNvPr id="228" name="Google Shape;228;p36"/>
          <p:cNvPicPr preferRelativeResize="0"/>
          <p:nvPr/>
        </p:nvPicPr>
        <p:blipFill rotWithShape="1">
          <a:blip r:embed="rId12">
            <a:alphaModFix/>
          </a:blip>
          <a:srcRect b="10846" l="0" r="0" t="10838"/>
          <a:stretch/>
        </p:blipFill>
        <p:spPr>
          <a:xfrm>
            <a:off x="11269413" y="948229"/>
            <a:ext cx="2956020" cy="1642237"/>
          </a:xfrm>
          <a:prstGeom prst="rect">
            <a:avLst/>
          </a:prstGeom>
          <a:noFill/>
          <a:ln>
            <a:noFill/>
          </a:ln>
        </p:spPr>
      </p:pic>
      <p:pic>
        <p:nvPicPr>
          <p:cNvPr id="229" name="Google Shape;229;p36"/>
          <p:cNvPicPr preferRelativeResize="0"/>
          <p:nvPr/>
        </p:nvPicPr>
        <p:blipFill rotWithShape="1">
          <a:blip r:embed="rId13">
            <a:alphaModFix/>
          </a:blip>
          <a:srcRect b="2989" l="0" r="0" t="2998"/>
          <a:stretch/>
        </p:blipFill>
        <p:spPr>
          <a:xfrm>
            <a:off x="20300022" y="9393131"/>
            <a:ext cx="2747622" cy="1056896"/>
          </a:xfrm>
          <a:prstGeom prst="rect">
            <a:avLst/>
          </a:prstGeom>
          <a:noFill/>
          <a:ln>
            <a:noFill/>
          </a:ln>
        </p:spPr>
      </p:pic>
      <p:pic>
        <p:nvPicPr>
          <p:cNvPr id="230" name="Google Shape;230;p36"/>
          <p:cNvPicPr preferRelativeResize="0"/>
          <p:nvPr/>
        </p:nvPicPr>
        <p:blipFill rotWithShape="1">
          <a:blip r:embed="rId14">
            <a:alphaModFix/>
          </a:blip>
          <a:srcRect b="36605" l="0" r="0" t="36605"/>
          <a:stretch/>
        </p:blipFill>
        <p:spPr>
          <a:xfrm>
            <a:off x="20053095" y="4024418"/>
            <a:ext cx="3241475" cy="868362"/>
          </a:xfrm>
          <a:prstGeom prst="rect">
            <a:avLst/>
          </a:prstGeom>
          <a:noFill/>
          <a:ln>
            <a:noFill/>
          </a:ln>
        </p:spPr>
      </p:pic>
      <p:pic>
        <p:nvPicPr>
          <p:cNvPr id="231" name="Google Shape;231;p36"/>
          <p:cNvPicPr preferRelativeResize="0"/>
          <p:nvPr/>
        </p:nvPicPr>
        <p:blipFill rotWithShape="1">
          <a:blip r:embed="rId15">
            <a:alphaModFix/>
          </a:blip>
          <a:srcRect b="-29969" l="0" r="-12803" t="-29953"/>
          <a:stretch/>
        </p:blipFill>
        <p:spPr>
          <a:xfrm>
            <a:off x="19986388" y="6521244"/>
            <a:ext cx="3374889" cy="1238475"/>
          </a:xfrm>
          <a:prstGeom prst="rect">
            <a:avLst/>
          </a:prstGeom>
          <a:noFill/>
          <a:ln>
            <a:noFill/>
          </a:ln>
        </p:spPr>
      </p:pic>
      <p:pic>
        <p:nvPicPr>
          <p:cNvPr id="232" name="Google Shape;232;p36"/>
          <p:cNvPicPr preferRelativeResize="0"/>
          <p:nvPr/>
        </p:nvPicPr>
        <p:blipFill rotWithShape="1">
          <a:blip r:embed="rId16">
            <a:alphaModFix/>
          </a:blip>
          <a:srcRect b="-7544" l="0" r="0" t="2170"/>
          <a:stretch/>
        </p:blipFill>
        <p:spPr>
          <a:xfrm>
            <a:off x="15732100" y="981550"/>
            <a:ext cx="2747625" cy="1642250"/>
          </a:xfrm>
          <a:prstGeom prst="rect">
            <a:avLst/>
          </a:prstGeom>
          <a:noFill/>
          <a:ln>
            <a:noFill/>
          </a:ln>
        </p:spPr>
      </p:pic>
      <p:pic>
        <p:nvPicPr>
          <p:cNvPr id="233" name="Google Shape;233;p36"/>
          <p:cNvPicPr preferRelativeResize="0"/>
          <p:nvPr/>
        </p:nvPicPr>
        <p:blipFill>
          <a:blip r:embed="rId17">
            <a:alphaModFix/>
          </a:blip>
          <a:stretch>
            <a:fillRect/>
          </a:stretch>
        </p:blipFill>
        <p:spPr>
          <a:xfrm>
            <a:off x="1027725" y="5314238"/>
            <a:ext cx="8033900" cy="7470300"/>
          </a:xfrm>
          <a:prstGeom prst="rect">
            <a:avLst/>
          </a:prstGeom>
          <a:noFill/>
          <a:ln>
            <a:noFill/>
          </a:ln>
        </p:spPr>
      </p:pic>
      <p:sp>
        <p:nvSpPr>
          <p:cNvPr id="234" name="Google Shape;234;p36"/>
          <p:cNvSpPr txBox="1"/>
          <p:nvPr/>
        </p:nvSpPr>
        <p:spPr>
          <a:xfrm>
            <a:off x="1745437" y="7509938"/>
            <a:ext cx="6598500" cy="52746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chemeClr val="dk1"/>
                </a:solidFill>
                <a:latin typeface="Noto Sans"/>
                <a:ea typeface="Noto Sans"/>
                <a:cs typeface="Noto Sans"/>
                <a:sym typeface="Noto Sans"/>
              </a:rPr>
              <a:t>Half of Fortune 500 companies rely on Drupal</a:t>
            </a:r>
            <a:endParaRPr b="1" sz="7000">
              <a:solidFill>
                <a:schemeClr val="dk1"/>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chemeClr val="dk1"/>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chemeClr val="dk1"/>
              </a:solidFill>
              <a:latin typeface="Noto Sans"/>
              <a:ea typeface="Noto Sans"/>
              <a:cs typeface="Noto Sans"/>
              <a:sym typeface="Noto Sans"/>
            </a:endParaRPr>
          </a:p>
        </p:txBody>
      </p:sp>
      <p:pic>
        <p:nvPicPr>
          <p:cNvPr id="235" name="Google Shape;235;p36"/>
          <p:cNvPicPr preferRelativeResize="0"/>
          <p:nvPr/>
        </p:nvPicPr>
        <p:blipFill>
          <a:blip r:embed="rId18">
            <a:alphaModFix/>
          </a:blip>
          <a:stretch>
            <a:fillRect/>
          </a:stretch>
        </p:blipFill>
        <p:spPr>
          <a:xfrm>
            <a:off x="19986383" y="1572792"/>
            <a:ext cx="3374899" cy="4597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7"/>
          <p:cNvPicPr preferRelativeResize="0"/>
          <p:nvPr/>
        </p:nvPicPr>
        <p:blipFill rotWithShape="1">
          <a:blip r:embed="rId3">
            <a:alphaModFix/>
          </a:blip>
          <a:srcRect b="0" l="0" r="0" t="0"/>
          <a:stretch/>
        </p:blipFill>
        <p:spPr>
          <a:xfrm>
            <a:off x="2495675" y="2302425"/>
            <a:ext cx="7633501" cy="7098175"/>
          </a:xfrm>
          <a:prstGeom prst="rect">
            <a:avLst/>
          </a:prstGeom>
          <a:noFill/>
          <a:ln>
            <a:noFill/>
          </a:ln>
        </p:spPr>
      </p:pic>
      <p:sp>
        <p:nvSpPr>
          <p:cNvPr id="241" name="Google Shape;241;p37"/>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FFFFFF"/>
              </a:buClr>
              <a:buSzPts val="8400"/>
              <a:buFont typeface="Helvetica Neue"/>
              <a:buNone/>
            </a:pPr>
            <a:r>
              <a:rPr b="1" lang="en-US" sz="6000">
                <a:solidFill>
                  <a:srgbClr val="0D7DC1"/>
                </a:solidFill>
              </a:rPr>
              <a:t>Half of Fortune 500 companies</a:t>
            </a:r>
            <a:endParaRPr b="1" sz="6000">
              <a:solidFill>
                <a:srgbClr val="0D7DC1"/>
              </a:solidFill>
            </a:endParaRPr>
          </a:p>
        </p:txBody>
      </p:sp>
      <p:sp>
        <p:nvSpPr>
          <p:cNvPr id="242" name="Google Shape;242;p37"/>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b="1" lang="en-US" sz="6000">
                <a:solidFill>
                  <a:srgbClr val="162C63"/>
                </a:solidFill>
                <a:latin typeface="Noto Sans"/>
                <a:ea typeface="Noto Sans"/>
                <a:cs typeface="Noto Sans"/>
                <a:sym typeface="Noto Sans"/>
              </a:rPr>
              <a:t>Half of Fortune 500 companies rely on Drupal</a:t>
            </a:r>
            <a:endParaRPr b="1" sz="6000">
              <a:solidFill>
                <a:srgbClr val="162C63"/>
              </a:solidFill>
              <a:latin typeface="Noto Sans"/>
              <a:ea typeface="Noto Sans"/>
              <a:cs typeface="Noto Sans"/>
              <a:sym typeface="Noto Sans"/>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Scalable</a:t>
            </a:r>
            <a:r>
              <a:rPr lang="en-US" sz="3730">
                <a:solidFill>
                  <a:srgbClr val="162C63"/>
                </a:solidFill>
                <a:latin typeface="Noto Sans Light"/>
                <a:ea typeface="Noto Sans Light"/>
                <a:cs typeface="Noto Sans Light"/>
                <a:sym typeface="Noto Sans Light"/>
              </a:rPr>
              <a:t> - Support your growth from one site to thousands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Marketing-driven </a:t>
            </a:r>
            <a:r>
              <a:rPr lang="en-US" sz="3730">
                <a:solidFill>
                  <a:srgbClr val="162C63"/>
                </a:solidFill>
                <a:latin typeface="Noto Sans Light"/>
                <a:ea typeface="Noto Sans Light"/>
                <a:cs typeface="Noto Sans Light"/>
                <a:sym typeface="Noto Sans Light"/>
              </a:rPr>
              <a:t>- Give marketing teams independence over your content strategy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Cross-channel </a:t>
            </a:r>
            <a:r>
              <a:rPr lang="en-US" sz="3730">
                <a:solidFill>
                  <a:srgbClr val="162C63"/>
                </a:solidFill>
                <a:latin typeface="Noto Sans Light"/>
                <a:ea typeface="Noto Sans Light"/>
                <a:cs typeface="Noto Sans Light"/>
                <a:sym typeface="Noto Sans Light"/>
              </a:rPr>
              <a:t>- Deliver the right content to the right audiences, in the right moments</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b="1" sz="6000">
              <a:solidFill>
                <a:srgbClr val="162C63"/>
              </a:solidFill>
              <a:latin typeface="Noto Sans"/>
              <a:ea typeface="Noto Sans"/>
              <a:cs typeface="Noto Sans"/>
              <a:sym typeface="Noto Sans"/>
            </a:endParaRPr>
          </a:p>
        </p:txBody>
      </p:sp>
      <p:pic>
        <p:nvPicPr>
          <p:cNvPr id="243" name="Google Shape;243;p37"/>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49" name="Google Shape;249;p38"/>
          <p:cNvPicPr preferRelativeResize="0"/>
          <p:nvPr/>
        </p:nvPicPr>
        <p:blipFill rotWithShape="1">
          <a:blip r:embed="rId3">
            <a:alphaModFix/>
          </a:blip>
          <a:srcRect b="12719" l="0" r="0" t="12719"/>
          <a:stretch/>
        </p:blipFill>
        <p:spPr>
          <a:xfrm>
            <a:off x="2" y="0"/>
            <a:ext cx="24546100" cy="13716001"/>
          </a:xfrm>
          <a:prstGeom prst="rect">
            <a:avLst/>
          </a:prstGeom>
          <a:noFill/>
          <a:ln>
            <a:noFill/>
          </a:ln>
        </p:spPr>
      </p:pic>
      <p:pic>
        <p:nvPicPr>
          <p:cNvPr descr="darkblue.png" id="250" name="Google Shape;250;p38"/>
          <p:cNvPicPr preferRelativeResize="0"/>
          <p:nvPr/>
        </p:nvPicPr>
        <p:blipFill rotWithShape="1">
          <a:blip r:embed="rId4">
            <a:alphaModFix/>
          </a:blip>
          <a:srcRect b="0" l="0" r="0" t="0"/>
          <a:stretch/>
        </p:blipFill>
        <p:spPr>
          <a:xfrm>
            <a:off x="464499" y="1243125"/>
            <a:ext cx="10759550" cy="7608550"/>
          </a:xfrm>
          <a:prstGeom prst="rect">
            <a:avLst/>
          </a:prstGeom>
          <a:noFill/>
          <a:ln>
            <a:noFill/>
          </a:ln>
        </p:spPr>
      </p:pic>
      <p:sp>
        <p:nvSpPr>
          <p:cNvPr id="251" name="Google Shape;251;p38"/>
          <p:cNvSpPr txBox="1"/>
          <p:nvPr/>
        </p:nvSpPr>
        <p:spPr>
          <a:xfrm>
            <a:off x="2445475" y="2631800"/>
            <a:ext cx="8547000" cy="48312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600">
                <a:solidFill>
                  <a:schemeClr val="dk1"/>
                </a:solidFill>
                <a:latin typeface="Noto Sans"/>
                <a:ea typeface="Noto Sans"/>
                <a:cs typeface="Noto Sans"/>
                <a:sym typeface="Noto Sans"/>
              </a:rPr>
              <a:t>1 in 8 enterprise sites use Drupal.</a:t>
            </a:r>
            <a:endParaRPr b="1" sz="9600">
              <a:solidFill>
                <a:schemeClr val="dk1"/>
              </a:solidFill>
              <a:latin typeface="Noto Sans"/>
              <a:ea typeface="Noto Sans"/>
              <a:cs typeface="Noto Sans"/>
              <a:sym typeface="No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9"/>
          <p:cNvPicPr preferRelativeResize="0"/>
          <p:nvPr/>
        </p:nvPicPr>
        <p:blipFill rotWithShape="1">
          <a:blip r:embed="rId3">
            <a:alphaModFix/>
          </a:blip>
          <a:srcRect b="593" l="0" r="8542" t="31221"/>
          <a:stretch/>
        </p:blipFill>
        <p:spPr>
          <a:xfrm>
            <a:off x="2" y="0"/>
            <a:ext cx="24546100" cy="13716001"/>
          </a:xfrm>
          <a:prstGeom prst="rect">
            <a:avLst/>
          </a:prstGeom>
          <a:noFill/>
          <a:ln>
            <a:noFill/>
          </a:ln>
        </p:spPr>
      </p:pic>
      <p:pic>
        <p:nvPicPr>
          <p:cNvPr id="257" name="Google Shape;257;p39"/>
          <p:cNvPicPr preferRelativeResize="0"/>
          <p:nvPr/>
        </p:nvPicPr>
        <p:blipFill rotWithShape="1">
          <a:blip r:embed="rId4">
            <a:alphaModFix amt="86000"/>
          </a:blip>
          <a:srcRect b="0" l="4831" r="49061" t="0"/>
          <a:stretch/>
        </p:blipFill>
        <p:spPr>
          <a:xfrm>
            <a:off x="0" y="0"/>
            <a:ext cx="17368325" cy="13807175"/>
          </a:xfrm>
          <a:prstGeom prst="rect">
            <a:avLst/>
          </a:prstGeom>
          <a:noFill/>
          <a:ln>
            <a:noFill/>
          </a:ln>
        </p:spPr>
      </p:pic>
      <p:pic>
        <p:nvPicPr>
          <p:cNvPr id="258" name="Google Shape;258;p39"/>
          <p:cNvPicPr preferRelativeResize="0"/>
          <p:nvPr/>
        </p:nvPicPr>
        <p:blipFill>
          <a:blip r:embed="rId5">
            <a:alphaModFix/>
          </a:blip>
          <a:stretch>
            <a:fillRect/>
          </a:stretch>
        </p:blipFill>
        <p:spPr>
          <a:xfrm>
            <a:off x="0" y="2803600"/>
            <a:ext cx="10705076" cy="10705076"/>
          </a:xfrm>
          <a:prstGeom prst="rect">
            <a:avLst/>
          </a:prstGeom>
          <a:noFill/>
          <a:ln>
            <a:noFill/>
          </a:ln>
        </p:spPr>
      </p:pic>
      <p:sp>
        <p:nvSpPr>
          <p:cNvPr id="259" name="Google Shape;259;p39"/>
          <p:cNvSpPr txBox="1"/>
          <p:nvPr/>
        </p:nvSpPr>
        <p:spPr>
          <a:xfrm>
            <a:off x="2158063" y="6390900"/>
            <a:ext cx="8547000" cy="48312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600">
                <a:solidFill>
                  <a:schemeClr val="dk1"/>
                </a:solidFill>
                <a:latin typeface="Noto Sans"/>
                <a:ea typeface="Noto Sans"/>
                <a:cs typeface="Noto Sans"/>
                <a:sym typeface="Noto Sans"/>
              </a:rPr>
              <a:t>1 in 8 enterprise sites use Drupal.</a:t>
            </a:r>
            <a:endParaRPr b="1" sz="9600">
              <a:solidFill>
                <a:schemeClr val="dk1"/>
              </a:solidFill>
              <a:latin typeface="Noto Sans"/>
              <a:ea typeface="Noto Sans"/>
              <a:cs typeface="Noto Sans"/>
              <a:sym typeface="No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65" name="Google Shape;265;p40"/>
          <p:cNvPicPr preferRelativeResize="0"/>
          <p:nvPr/>
        </p:nvPicPr>
        <p:blipFill rotWithShape="1">
          <a:blip r:embed="rId3">
            <a:alphaModFix/>
          </a:blip>
          <a:srcRect b="0" l="12367" r="12359" t="0"/>
          <a:stretch/>
        </p:blipFill>
        <p:spPr>
          <a:xfrm>
            <a:off x="9056223" y="0"/>
            <a:ext cx="15489874" cy="13716005"/>
          </a:xfrm>
          <a:prstGeom prst="rect">
            <a:avLst/>
          </a:prstGeom>
          <a:noFill/>
          <a:ln>
            <a:noFill/>
          </a:ln>
        </p:spPr>
      </p:pic>
      <p:pic>
        <p:nvPicPr>
          <p:cNvPr id="266" name="Google Shape;266;p40"/>
          <p:cNvPicPr preferRelativeResize="0"/>
          <p:nvPr/>
        </p:nvPicPr>
        <p:blipFill rotWithShape="1">
          <a:blip r:embed="rId4">
            <a:alphaModFix/>
          </a:blip>
          <a:srcRect b="39" l="0" r="0" t="49"/>
          <a:stretch/>
        </p:blipFill>
        <p:spPr>
          <a:xfrm>
            <a:off x="1195350" y="831300"/>
            <a:ext cx="9297025" cy="8600376"/>
          </a:xfrm>
          <a:prstGeom prst="rect">
            <a:avLst/>
          </a:prstGeom>
          <a:noFill/>
          <a:ln>
            <a:noFill/>
          </a:ln>
        </p:spPr>
      </p:pic>
      <p:pic>
        <p:nvPicPr>
          <p:cNvPr id="267" name="Google Shape;267;p40"/>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68" name="Google Shape;268;p40"/>
          <p:cNvSpPr txBox="1"/>
          <p:nvPr/>
        </p:nvSpPr>
        <p:spPr>
          <a:xfrm>
            <a:off x="2754400" y="3417750"/>
            <a:ext cx="6301800" cy="44124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162C63"/>
                </a:solidFill>
                <a:latin typeface="Noto Sans"/>
                <a:ea typeface="Noto Sans"/>
                <a:cs typeface="Noto Sans"/>
                <a:sym typeface="Noto Sans"/>
              </a:rPr>
              <a:t>Flexibility that supports your business goals and user needs</a:t>
            </a:r>
            <a:endParaRPr b="1" sz="7000">
              <a:solidFill>
                <a:srgbClr val="162C63"/>
              </a:solidFill>
              <a:latin typeface="Noto Sans"/>
              <a:ea typeface="Noto Sans"/>
              <a:cs typeface="Noto Sans"/>
              <a:sym typeface="No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3">
            <a:alphaModFix/>
          </a:blip>
          <a:srcRect b="0" l="6024" r="6024" t="0"/>
          <a:stretch/>
        </p:blipFill>
        <p:spPr>
          <a:xfrm>
            <a:off x="11159650" y="0"/>
            <a:ext cx="17207552" cy="14674134"/>
          </a:xfrm>
          <a:prstGeom prst="rect">
            <a:avLst/>
          </a:prstGeom>
          <a:noFill/>
          <a:ln>
            <a:noFill/>
          </a:ln>
        </p:spPr>
      </p:pic>
      <p:sp>
        <p:nvSpPr>
          <p:cNvPr id="274" name="Google Shape;274;p41"/>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75" name="Google Shape;275;p41"/>
          <p:cNvPicPr preferRelativeResize="0"/>
          <p:nvPr/>
        </p:nvPicPr>
        <p:blipFill rotWithShape="1">
          <a:blip r:embed="rId4">
            <a:alphaModFix/>
          </a:blip>
          <a:srcRect b="-1080" l="0" r="0" t="1080"/>
          <a:stretch/>
        </p:blipFill>
        <p:spPr>
          <a:xfrm>
            <a:off x="1195350" y="831300"/>
            <a:ext cx="9297025" cy="8600377"/>
          </a:xfrm>
          <a:prstGeom prst="rect">
            <a:avLst/>
          </a:prstGeom>
          <a:noFill/>
          <a:ln>
            <a:noFill/>
          </a:ln>
        </p:spPr>
      </p:pic>
      <p:pic>
        <p:nvPicPr>
          <p:cNvPr id="276" name="Google Shape;276;p41"/>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77" name="Google Shape;277;p41"/>
          <p:cNvSpPr txBox="1"/>
          <p:nvPr/>
        </p:nvSpPr>
        <p:spPr>
          <a:xfrm>
            <a:off x="2446650" y="2799900"/>
            <a:ext cx="6598500" cy="87225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Streamlined authoring experience that supports your creativity</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rgbClr val="FFFFFF"/>
              </a:solidFill>
              <a:latin typeface="Noto Sans"/>
              <a:ea typeface="Noto Sans"/>
              <a:cs typeface="Noto Sans"/>
              <a:sym typeface="No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83" name="Google Shape;283;p42"/>
          <p:cNvPicPr preferRelativeResize="0"/>
          <p:nvPr/>
        </p:nvPicPr>
        <p:blipFill rotWithShape="1">
          <a:blip r:embed="rId3">
            <a:alphaModFix/>
          </a:blip>
          <a:srcRect b="0" l="1701" r="23025" t="0"/>
          <a:stretch/>
        </p:blipFill>
        <p:spPr>
          <a:xfrm flipH="1">
            <a:off x="8894123" y="0"/>
            <a:ext cx="15489874" cy="13716005"/>
          </a:xfrm>
          <a:prstGeom prst="rect">
            <a:avLst/>
          </a:prstGeom>
          <a:noFill/>
          <a:ln>
            <a:noFill/>
          </a:ln>
        </p:spPr>
      </p:pic>
      <p:pic>
        <p:nvPicPr>
          <p:cNvPr id="284" name="Google Shape;284;p42"/>
          <p:cNvPicPr preferRelativeResize="0"/>
          <p:nvPr/>
        </p:nvPicPr>
        <p:blipFill rotWithShape="1">
          <a:blip r:embed="rId4">
            <a:alphaModFix/>
          </a:blip>
          <a:srcRect b="258" l="0" r="0" t="258"/>
          <a:stretch/>
        </p:blipFill>
        <p:spPr>
          <a:xfrm>
            <a:off x="1195350" y="831300"/>
            <a:ext cx="9297023" cy="8600376"/>
          </a:xfrm>
          <a:prstGeom prst="rect">
            <a:avLst/>
          </a:prstGeom>
          <a:noFill/>
          <a:ln>
            <a:noFill/>
          </a:ln>
        </p:spPr>
      </p:pic>
      <p:pic>
        <p:nvPicPr>
          <p:cNvPr id="285" name="Google Shape;285;p42"/>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86" name="Google Shape;286;p42"/>
          <p:cNvSpPr txBox="1"/>
          <p:nvPr/>
        </p:nvSpPr>
        <p:spPr>
          <a:xfrm>
            <a:off x="2676750" y="2963200"/>
            <a:ext cx="5930400" cy="7444800"/>
          </a:xfrm>
          <a:prstGeom prst="rect">
            <a:avLst/>
          </a:prstGeom>
          <a:noFill/>
          <a:ln>
            <a:noFill/>
          </a:ln>
        </p:spPr>
        <p:txBody>
          <a:bodyPr anchorCtr="0" anchor="ctr" bIns="50800" lIns="50800" spcFirstLastPara="1" rIns="50800" wrap="square" tIns="50800">
            <a:spAutoFit/>
          </a:bodyPr>
          <a:lstStyle/>
          <a:p>
            <a:pPr indent="0" lvl="0" marL="0" rtl="0" algn="l">
              <a:lnSpc>
                <a:spcPct val="90000"/>
              </a:lnSpc>
              <a:spcBef>
                <a:spcPts val="0"/>
              </a:spcBef>
              <a:spcAft>
                <a:spcPts val="0"/>
              </a:spcAft>
              <a:buNone/>
            </a:pPr>
            <a:r>
              <a:rPr b="1" lang="en-US" sz="7000">
                <a:solidFill>
                  <a:srgbClr val="162C63"/>
                </a:solidFill>
                <a:latin typeface="Noto Sans"/>
                <a:ea typeface="Noto Sans"/>
                <a:cs typeface="Noto Sans"/>
                <a:sym typeface="Noto Sans"/>
              </a:rPr>
              <a:t>Drupal has the best language support of any CMS</a:t>
            </a:r>
            <a:endParaRPr b="1" sz="7000">
              <a:solidFill>
                <a:srgbClr val="162C63"/>
              </a:solidFill>
              <a:latin typeface="Noto Sans"/>
              <a:ea typeface="Noto Sans"/>
              <a:cs typeface="Noto Sans"/>
              <a:sym typeface="Noto Sans"/>
            </a:endParaRPr>
          </a:p>
          <a:p>
            <a:pPr indent="0" lvl="0" marL="0" rtl="0" algn="l">
              <a:lnSpc>
                <a:spcPct val="9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9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92" name="Google Shape;292;p43"/>
          <p:cNvPicPr preferRelativeResize="0"/>
          <p:nvPr/>
        </p:nvPicPr>
        <p:blipFill rotWithShape="1">
          <a:blip r:embed="rId3">
            <a:alphaModFix/>
          </a:blip>
          <a:srcRect b="0" l="1085" r="23533" t="0"/>
          <a:stretch/>
        </p:blipFill>
        <p:spPr>
          <a:xfrm flipH="1">
            <a:off x="-2" y="0"/>
            <a:ext cx="15489874" cy="13716003"/>
          </a:xfrm>
          <a:prstGeom prst="rect">
            <a:avLst/>
          </a:prstGeom>
          <a:noFill/>
          <a:ln>
            <a:noFill/>
          </a:ln>
        </p:spPr>
      </p:pic>
      <p:pic>
        <p:nvPicPr>
          <p:cNvPr id="293" name="Google Shape;293;p43"/>
          <p:cNvPicPr preferRelativeResize="0"/>
          <p:nvPr/>
        </p:nvPicPr>
        <p:blipFill rotWithShape="1">
          <a:blip r:embed="rId4">
            <a:alphaModFix/>
          </a:blip>
          <a:srcRect b="258" l="0" r="0" t="258"/>
          <a:stretch/>
        </p:blipFill>
        <p:spPr>
          <a:xfrm>
            <a:off x="13730175" y="831300"/>
            <a:ext cx="9297023" cy="8600376"/>
          </a:xfrm>
          <a:prstGeom prst="rect">
            <a:avLst/>
          </a:prstGeom>
          <a:noFill/>
          <a:ln>
            <a:noFill/>
          </a:ln>
        </p:spPr>
      </p:pic>
      <p:pic>
        <p:nvPicPr>
          <p:cNvPr id="294" name="Google Shape;294;p43"/>
          <p:cNvPicPr preferRelativeResize="0"/>
          <p:nvPr/>
        </p:nvPicPr>
        <p:blipFill>
          <a:blip r:embed="rId5">
            <a:alphaModFix/>
          </a:blip>
          <a:stretch>
            <a:fillRect/>
          </a:stretch>
        </p:blipFill>
        <p:spPr>
          <a:xfrm>
            <a:off x="19789801" y="10407990"/>
            <a:ext cx="2495698" cy="2319001"/>
          </a:xfrm>
          <a:prstGeom prst="rect">
            <a:avLst/>
          </a:prstGeom>
          <a:noFill/>
          <a:ln>
            <a:noFill/>
          </a:ln>
        </p:spPr>
      </p:pic>
      <p:sp>
        <p:nvSpPr>
          <p:cNvPr id="295" name="Google Shape;295;p43"/>
          <p:cNvSpPr txBox="1"/>
          <p:nvPr/>
        </p:nvSpPr>
        <p:spPr>
          <a:xfrm>
            <a:off x="15890825" y="3224300"/>
            <a:ext cx="54756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Drupal is accessible out of the box</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44"/>
          <p:cNvPicPr preferRelativeResize="0"/>
          <p:nvPr/>
        </p:nvPicPr>
        <p:blipFill rotWithShape="1">
          <a:blip r:embed="rId3">
            <a:alphaModFix/>
          </a:blip>
          <a:srcRect b="0" l="18586" r="0" t="0"/>
          <a:stretch/>
        </p:blipFill>
        <p:spPr>
          <a:xfrm>
            <a:off x="0" y="1131163"/>
            <a:ext cx="14907448" cy="11122700"/>
          </a:xfrm>
          <a:prstGeom prst="rect">
            <a:avLst/>
          </a:prstGeom>
          <a:noFill/>
          <a:ln>
            <a:noFill/>
          </a:ln>
        </p:spPr>
      </p:pic>
      <p:sp>
        <p:nvSpPr>
          <p:cNvPr id="301" name="Google Shape;301;p44"/>
          <p:cNvSpPr txBox="1"/>
          <p:nvPr/>
        </p:nvSpPr>
        <p:spPr>
          <a:xfrm>
            <a:off x="2634500" y="4289225"/>
            <a:ext cx="8508600" cy="23190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000">
                <a:solidFill>
                  <a:srgbClr val="162C63"/>
                </a:solidFill>
                <a:latin typeface="Noto Sans"/>
                <a:ea typeface="Noto Sans"/>
                <a:cs typeface="Noto Sans"/>
                <a:sym typeface="Noto Sans"/>
              </a:rPr>
              <a:t>No vendor lock-in </a:t>
            </a:r>
            <a:endParaRPr b="1" sz="9000">
              <a:solidFill>
                <a:srgbClr val="162C63"/>
              </a:solidFill>
              <a:latin typeface="Noto Sans"/>
              <a:ea typeface="Noto Sans"/>
              <a:cs typeface="Noto Sans"/>
              <a:sym typeface="Noto Sans"/>
            </a:endParaRPr>
          </a:p>
        </p:txBody>
      </p:sp>
      <p:pic>
        <p:nvPicPr>
          <p:cNvPr id="302" name="Google Shape;302;p44"/>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303" name="Google Shape;303;p44"/>
          <p:cNvSpPr txBox="1"/>
          <p:nvPr>
            <p:ph idx="1" type="body"/>
          </p:nvPr>
        </p:nvSpPr>
        <p:spPr>
          <a:xfrm>
            <a:off x="2634500" y="6983938"/>
            <a:ext cx="62640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Get access to new</a:t>
            </a:r>
            <a:r>
              <a:rPr lang="en-US" sz="3730">
                <a:solidFill>
                  <a:srgbClr val="162C63"/>
                </a:solidFill>
                <a:latin typeface="Noto Sans Light"/>
                <a:ea typeface="Noto Sans Light"/>
                <a:cs typeface="Noto Sans Light"/>
                <a:sym typeface="Noto Sans Light"/>
              </a:rPr>
              <a:t> core features every six months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D</a:t>
            </a:r>
            <a:r>
              <a:rPr lang="en-US" sz="3730">
                <a:solidFill>
                  <a:srgbClr val="162C63"/>
                </a:solidFill>
                <a:latin typeface="Noto Sans Light"/>
                <a:ea typeface="Noto Sans Light"/>
                <a:cs typeface="Noto Sans Light"/>
                <a:sym typeface="Noto Sans Light"/>
              </a:rPr>
              <a:t>on’t pay for extra features or user accounts</a:t>
            </a:r>
            <a:endParaRPr sz="3730">
              <a:solidFill>
                <a:srgbClr val="162C63"/>
              </a:solidFill>
              <a:latin typeface="Noto Sans Light"/>
              <a:ea typeface="Noto Sans Light"/>
              <a:cs typeface="Noto Sans Light"/>
              <a:sym typeface="Noto Sans Light"/>
            </a:endParaRPr>
          </a:p>
        </p:txBody>
      </p:sp>
      <p:pic>
        <p:nvPicPr>
          <p:cNvPr id="304" name="Google Shape;304;p44"/>
          <p:cNvPicPr preferRelativeResize="0"/>
          <p:nvPr/>
        </p:nvPicPr>
        <p:blipFill rotWithShape="1">
          <a:blip r:embed="rId5">
            <a:alphaModFix/>
          </a:blip>
          <a:srcRect b="39" l="0" r="0" t="49"/>
          <a:stretch/>
        </p:blipFill>
        <p:spPr>
          <a:xfrm>
            <a:off x="13098825" y="2695225"/>
            <a:ext cx="9297025" cy="8600376"/>
          </a:xfrm>
          <a:prstGeom prst="rect">
            <a:avLst/>
          </a:prstGeom>
          <a:noFill/>
          <a:ln>
            <a:noFill/>
          </a:ln>
        </p:spPr>
      </p:pic>
      <p:pic>
        <p:nvPicPr>
          <p:cNvPr id="305" name="Google Shape;305;p44"/>
          <p:cNvPicPr preferRelativeResize="0"/>
          <p:nvPr/>
        </p:nvPicPr>
        <p:blipFill rotWithShape="1">
          <a:blip r:embed="rId6">
            <a:alphaModFix/>
          </a:blip>
          <a:srcRect b="2534" l="16013" r="16019" t="2525"/>
          <a:stretch/>
        </p:blipFill>
        <p:spPr>
          <a:xfrm>
            <a:off x="13999650" y="3059250"/>
            <a:ext cx="7941900" cy="7395000"/>
          </a:xfrm>
          <a:prstGeom prst="roundRect">
            <a:avLst>
              <a:gd fmla="val 6849" name="adj"/>
            </a:avLst>
          </a:prstGeom>
          <a:noFill/>
          <a:ln>
            <a:noFill/>
          </a:ln>
        </p:spPr>
      </p:pic>
      <p:pic>
        <p:nvPicPr>
          <p:cNvPr descr="Google Shape;170;p32" id="306" name="Google Shape;306;p44"/>
          <p:cNvPicPr preferRelativeResize="0"/>
          <p:nvPr/>
        </p:nvPicPr>
        <p:blipFill rotWithShape="1">
          <a:blip r:embed="rId7">
            <a:alphaModFix/>
          </a:blip>
          <a:srcRect b="2244" l="78228" r="2271" t="70281"/>
          <a:stretch/>
        </p:blipFill>
        <p:spPr>
          <a:xfrm>
            <a:off x="20795325" y="1939250"/>
            <a:ext cx="2106900" cy="2143800"/>
          </a:xfrm>
          <a:prstGeom prst="roundRect">
            <a:avLst>
              <a:gd fmla="val 16667" name="adj"/>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 type="body"/>
          </p:nvPr>
        </p:nvSpPr>
        <p:spPr>
          <a:xfrm>
            <a:off x="1893900" y="4785225"/>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Modularity means that you get exactly the feature-set you need:</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Ease-of-use for your comms team</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Commitment to accessibility</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Content hub for web and mobile</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Powerful editorial digital management </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API-first architecture</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Security through transparency</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Multilingual</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Performance and scalability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12" name="Google Shape;312;p45"/>
          <p:cNvPicPr preferRelativeResize="0"/>
          <p:nvPr/>
        </p:nvPicPr>
        <p:blipFill rotWithShape="1">
          <a:blip r:embed="rId3">
            <a:alphaModFix/>
          </a:blip>
          <a:srcRect b="12569" l="0" r="0" t="261"/>
          <a:stretch/>
        </p:blipFill>
        <p:spPr>
          <a:xfrm>
            <a:off x="24806975" y="11156563"/>
            <a:ext cx="7148625" cy="5794349"/>
          </a:xfrm>
          <a:prstGeom prst="rect">
            <a:avLst/>
          </a:prstGeom>
          <a:noFill/>
          <a:ln>
            <a:noFill/>
          </a:ln>
        </p:spPr>
      </p:pic>
      <p:pic>
        <p:nvPicPr>
          <p:cNvPr id="313" name="Google Shape;313;p45"/>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314" name="Google Shape;314;p45"/>
          <p:cNvSpPr txBox="1"/>
          <p:nvPr/>
        </p:nvSpPr>
        <p:spPr>
          <a:xfrm>
            <a:off x="1893900" y="2230950"/>
            <a:ext cx="7851000" cy="1995900"/>
          </a:xfrm>
          <a:prstGeom prst="rect">
            <a:avLst/>
          </a:prstGeom>
          <a:noFill/>
          <a:ln>
            <a:noFill/>
          </a:ln>
        </p:spPr>
        <p:txBody>
          <a:bodyPr anchorCtr="0" anchor="ctr" bIns="50800" lIns="50800" spcFirstLastPara="1" rIns="50800" wrap="square" tIns="50800">
            <a:spAutoFit/>
          </a:bodyPr>
          <a:lstStyle/>
          <a:p>
            <a:pPr indent="0" lvl="0" marL="0" rtl="0" algn="l">
              <a:lnSpc>
                <a:spcPct val="105000"/>
              </a:lnSpc>
              <a:spcBef>
                <a:spcPts val="0"/>
              </a:spcBef>
              <a:spcAft>
                <a:spcPts val="0"/>
              </a:spcAft>
              <a:buNone/>
            </a:pPr>
            <a:r>
              <a:rPr b="1" lang="en-US" sz="6000">
                <a:solidFill>
                  <a:srgbClr val="162C63"/>
                </a:solidFill>
                <a:latin typeface="Noto Sans"/>
                <a:ea typeface="Noto Sans"/>
                <a:cs typeface="Noto Sans"/>
                <a:sym typeface="Noto Sans"/>
              </a:rPr>
              <a:t>Core features &amp; capabilities</a:t>
            </a:r>
            <a:endParaRPr b="1" sz="6000">
              <a:solidFill>
                <a:srgbClr val="162C63"/>
              </a:solidFill>
              <a:latin typeface="Noto Sans"/>
              <a:ea typeface="Noto Sans"/>
              <a:cs typeface="Noto Sans"/>
              <a:sym typeface="Noto Sans"/>
            </a:endParaRPr>
          </a:p>
        </p:txBody>
      </p:sp>
      <p:pic>
        <p:nvPicPr>
          <p:cNvPr id="315" name="Google Shape;315;p45"/>
          <p:cNvPicPr preferRelativeResize="0"/>
          <p:nvPr/>
        </p:nvPicPr>
        <p:blipFill>
          <a:blip r:embed="rId5">
            <a:alphaModFix/>
          </a:blip>
          <a:stretch>
            <a:fillRect/>
          </a:stretch>
        </p:blipFill>
        <p:spPr>
          <a:xfrm>
            <a:off x="26105701" y="8084128"/>
            <a:ext cx="2495698" cy="2319001"/>
          </a:xfrm>
          <a:prstGeom prst="rect">
            <a:avLst/>
          </a:prstGeom>
          <a:noFill/>
          <a:ln>
            <a:noFill/>
          </a:ln>
        </p:spPr>
      </p:pic>
      <p:pic>
        <p:nvPicPr>
          <p:cNvPr id="316" name="Google Shape;316;p45"/>
          <p:cNvPicPr preferRelativeResize="0"/>
          <p:nvPr/>
        </p:nvPicPr>
        <p:blipFill rotWithShape="1">
          <a:blip r:embed="rId6">
            <a:alphaModFix/>
          </a:blip>
          <a:srcRect b="79" l="0" r="0" t="69"/>
          <a:stretch/>
        </p:blipFill>
        <p:spPr>
          <a:xfrm>
            <a:off x="13024110" y="1955462"/>
            <a:ext cx="10544555" cy="9805074"/>
          </a:xfrm>
          <a:prstGeom prst="rect">
            <a:avLst/>
          </a:prstGeom>
          <a:noFill/>
          <a:ln>
            <a:noFill/>
          </a:ln>
        </p:spPr>
      </p:pic>
      <p:pic>
        <p:nvPicPr>
          <p:cNvPr id="317" name="Google Shape;317;p45"/>
          <p:cNvPicPr preferRelativeResize="0"/>
          <p:nvPr/>
        </p:nvPicPr>
        <p:blipFill rotWithShape="1">
          <a:blip r:embed="rId7">
            <a:alphaModFix/>
          </a:blip>
          <a:srcRect b="0" l="13028" r="13028" t="0"/>
          <a:stretch/>
        </p:blipFill>
        <p:spPr>
          <a:xfrm>
            <a:off x="13830350" y="3180835"/>
            <a:ext cx="8630700" cy="7779600"/>
          </a:xfrm>
          <a:prstGeom prst="roundRect">
            <a:avLst>
              <a:gd fmla="val 6354" name="adj"/>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6"/>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323" name="Google Shape;323;p46"/>
          <p:cNvSpPr txBox="1"/>
          <p:nvPr>
            <p:ph idx="1" type="body"/>
          </p:nvPr>
        </p:nvSpPr>
        <p:spPr>
          <a:xfrm>
            <a:off x="1924675" y="66019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Drupal can be used to power multi-headed applications and non-web digital experiences like digital signage, in- flight entertainment, campus smart devices, and other multi-headed applications</a:t>
            </a:r>
            <a:endParaRPr sz="3730">
              <a:solidFill>
                <a:srgbClr val="162C63"/>
              </a:solidFill>
              <a:latin typeface="Noto Sans Light"/>
              <a:ea typeface="Noto Sans Light"/>
              <a:cs typeface="Noto Sans Light"/>
              <a:sym typeface="Noto Sans Light"/>
            </a:endParaRPr>
          </a:p>
        </p:txBody>
      </p:sp>
      <p:pic>
        <p:nvPicPr>
          <p:cNvPr id="324" name="Google Shape;324;p46"/>
          <p:cNvPicPr preferRelativeResize="0"/>
          <p:nvPr/>
        </p:nvPicPr>
        <p:blipFill rotWithShape="1">
          <a:blip r:embed="rId4">
            <a:alphaModFix/>
          </a:blip>
          <a:srcRect b="-1080" l="0" r="0" t="1080"/>
          <a:stretch/>
        </p:blipFill>
        <p:spPr>
          <a:xfrm>
            <a:off x="13326575" y="2679387"/>
            <a:ext cx="9297025" cy="8600377"/>
          </a:xfrm>
          <a:prstGeom prst="rect">
            <a:avLst/>
          </a:prstGeom>
          <a:noFill/>
          <a:ln>
            <a:noFill/>
          </a:ln>
        </p:spPr>
      </p:pic>
      <p:sp>
        <p:nvSpPr>
          <p:cNvPr id="325" name="Google Shape;325;p46"/>
          <p:cNvSpPr txBox="1"/>
          <p:nvPr/>
        </p:nvSpPr>
        <p:spPr>
          <a:xfrm>
            <a:off x="1893900" y="2230950"/>
            <a:ext cx="7851000" cy="35505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162C63"/>
                </a:solidFill>
                <a:latin typeface="Noto Sans"/>
                <a:ea typeface="Noto Sans"/>
                <a:cs typeface="Noto Sans"/>
                <a:sym typeface="Noto Sans"/>
              </a:rPr>
              <a:t>Integrate with next-generation devices and channels</a:t>
            </a:r>
            <a:endParaRPr b="1" sz="7000">
              <a:solidFill>
                <a:srgbClr val="162C63"/>
              </a:solidFill>
              <a:latin typeface="Noto Sans"/>
              <a:ea typeface="Noto Sans"/>
              <a:cs typeface="Noto Sans"/>
              <a:sym typeface="No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pic>
        <p:nvPicPr>
          <p:cNvPr id="331" name="Google Shape;331;p47"/>
          <p:cNvPicPr preferRelativeResize="0"/>
          <p:nvPr/>
        </p:nvPicPr>
        <p:blipFill rotWithShape="1">
          <a:blip r:embed="rId3">
            <a:alphaModFix/>
          </a:blip>
          <a:srcRect b="0" l="0" r="28289" t="0"/>
          <a:stretch/>
        </p:blipFill>
        <p:spPr>
          <a:xfrm>
            <a:off x="11178600" y="1397400"/>
            <a:ext cx="11711264" cy="10921265"/>
          </a:xfrm>
          <a:prstGeom prst="rect">
            <a:avLst/>
          </a:prstGeom>
          <a:noFill/>
          <a:ln>
            <a:noFill/>
          </a:ln>
        </p:spPr>
      </p:pic>
      <p:pic>
        <p:nvPicPr>
          <p:cNvPr descr="preencoded.png" id="332" name="Google Shape;332;p47"/>
          <p:cNvPicPr preferRelativeResize="0"/>
          <p:nvPr/>
        </p:nvPicPr>
        <p:blipFill rotWithShape="1">
          <a:blip r:embed="rId4">
            <a:alphaModFix/>
          </a:blip>
          <a:srcRect b="0" l="0" r="0" t="0"/>
          <a:stretch/>
        </p:blipFill>
        <p:spPr>
          <a:xfrm>
            <a:off x="1615071" y="1809405"/>
            <a:ext cx="20164768" cy="9791147"/>
          </a:xfrm>
          <a:prstGeom prst="rect">
            <a:avLst/>
          </a:prstGeom>
          <a:noFill/>
          <a:ln>
            <a:noFill/>
          </a:ln>
        </p:spPr>
      </p:pic>
      <p:sp>
        <p:nvSpPr>
          <p:cNvPr id="333" name="Google Shape;333;p47"/>
          <p:cNvSpPr/>
          <p:nvPr/>
        </p:nvSpPr>
        <p:spPr>
          <a:xfrm>
            <a:off x="3035300" y="3144033"/>
            <a:ext cx="7874400" cy="32319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None/>
            </a:pPr>
            <a:r>
              <a:rPr b="1" lang="en-US" sz="6000">
                <a:solidFill>
                  <a:srgbClr val="162C63"/>
                </a:solidFill>
                <a:latin typeface="Noto Sans"/>
                <a:ea typeface="Noto Sans"/>
                <a:cs typeface="Noto Sans"/>
                <a:sym typeface="Noto Sans"/>
              </a:rPr>
              <a:t>Why Open Source is Better</a:t>
            </a:r>
            <a:endParaRPr b="1" sz="6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p:txBody>
      </p:sp>
      <p:pic>
        <p:nvPicPr>
          <p:cNvPr id="334" name="Google Shape;334;p47"/>
          <p:cNvPicPr preferRelativeResize="0"/>
          <p:nvPr/>
        </p:nvPicPr>
        <p:blipFill>
          <a:blip r:embed="rId5">
            <a:alphaModFix/>
          </a:blip>
          <a:stretch>
            <a:fillRect/>
          </a:stretch>
        </p:blipFill>
        <p:spPr>
          <a:xfrm>
            <a:off x="22902343" y="11941351"/>
            <a:ext cx="879033" cy="1152350"/>
          </a:xfrm>
          <a:prstGeom prst="rect">
            <a:avLst/>
          </a:prstGeom>
          <a:noFill/>
          <a:ln>
            <a:noFill/>
          </a:ln>
        </p:spPr>
      </p:pic>
      <p:sp>
        <p:nvSpPr>
          <p:cNvPr id="335" name="Google Shape;335;p47"/>
          <p:cNvSpPr txBox="1"/>
          <p:nvPr>
            <p:ph idx="4294967295" type="body"/>
          </p:nvPr>
        </p:nvSpPr>
        <p:spPr>
          <a:xfrm>
            <a:off x="3035300" y="5382900"/>
            <a:ext cx="57621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Drupal is built by a global network of many of the world’s best developers constantly reviewing code, making it the most secure web platform available.</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 name="Shape 339"/>
        <p:cNvGrpSpPr/>
        <p:nvPr/>
      </p:nvGrpSpPr>
      <p:grpSpPr>
        <a:xfrm>
          <a:off x="0" y="0"/>
          <a:ext cx="0" cy="0"/>
          <a:chOff x="0" y="0"/>
          <a:chExt cx="0" cy="0"/>
        </a:xfrm>
      </p:grpSpPr>
      <p:sp>
        <p:nvSpPr>
          <p:cNvPr id="340" name="Google Shape;340;p48"/>
          <p:cNvSpPr/>
          <p:nvPr/>
        </p:nvSpPr>
        <p:spPr>
          <a:xfrm>
            <a:off x="0" y="0"/>
            <a:ext cx="24384000" cy="13716000"/>
          </a:xfrm>
          <a:prstGeom prst="rect">
            <a:avLst/>
          </a:prstGeom>
          <a:solidFill>
            <a:srgbClr val="162C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41" name="Google Shape;341;p48"/>
          <p:cNvSpPr txBox="1"/>
          <p:nvPr/>
        </p:nvSpPr>
        <p:spPr>
          <a:xfrm>
            <a:off x="13205800" y="3774125"/>
            <a:ext cx="9384000" cy="23190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000">
                <a:solidFill>
                  <a:schemeClr val="dk1"/>
                </a:solidFill>
                <a:latin typeface="Noto Sans"/>
                <a:ea typeface="Noto Sans"/>
                <a:cs typeface="Noto Sans"/>
                <a:sym typeface="Noto Sans"/>
              </a:rPr>
              <a:t>Lorem Ipsum modo</a:t>
            </a:r>
            <a:endParaRPr b="1" sz="9000">
              <a:solidFill>
                <a:schemeClr val="dk1"/>
              </a:solidFill>
              <a:latin typeface="Noto Sans"/>
              <a:ea typeface="Noto Sans"/>
              <a:cs typeface="Noto Sans"/>
              <a:sym typeface="Noto Sans"/>
            </a:endParaRPr>
          </a:p>
        </p:txBody>
      </p:sp>
      <p:pic>
        <p:nvPicPr>
          <p:cNvPr id="342" name="Google Shape;342;p48"/>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343" name="Google Shape;343;p48"/>
          <p:cNvSpPr txBox="1"/>
          <p:nvPr>
            <p:ph idx="1" type="body"/>
          </p:nvPr>
        </p:nvSpPr>
        <p:spPr>
          <a:xfrm>
            <a:off x="13205800" y="6651200"/>
            <a:ext cx="98919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chemeClr val="dk1"/>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chemeClr val="dk1"/>
              </a:solidFill>
              <a:latin typeface="Noto Sans Light"/>
              <a:ea typeface="Noto Sans Light"/>
              <a:cs typeface="Noto Sans Light"/>
              <a:sym typeface="Noto Sans Light"/>
            </a:endParaRPr>
          </a:p>
        </p:txBody>
      </p:sp>
      <p:pic>
        <p:nvPicPr>
          <p:cNvPr id="344" name="Google Shape;344;p48"/>
          <p:cNvPicPr preferRelativeResize="0"/>
          <p:nvPr/>
        </p:nvPicPr>
        <p:blipFill rotWithShape="1">
          <a:blip r:embed="rId4">
            <a:alphaModFix/>
          </a:blip>
          <a:srcRect b="79" l="0" r="0" t="69"/>
          <a:stretch/>
        </p:blipFill>
        <p:spPr>
          <a:xfrm>
            <a:off x="1503435" y="1955462"/>
            <a:ext cx="10544555" cy="9805074"/>
          </a:xfrm>
          <a:prstGeom prst="rect">
            <a:avLst/>
          </a:prstGeom>
          <a:noFill/>
          <a:ln>
            <a:noFill/>
          </a:ln>
        </p:spPr>
      </p:pic>
      <p:pic>
        <p:nvPicPr>
          <p:cNvPr id="345" name="Google Shape;345;p48"/>
          <p:cNvPicPr preferRelativeResize="0"/>
          <p:nvPr/>
        </p:nvPicPr>
        <p:blipFill rotWithShape="1">
          <a:blip r:embed="rId5">
            <a:alphaModFix/>
          </a:blip>
          <a:srcRect b="0" l="13028" r="13028" t="0"/>
          <a:stretch/>
        </p:blipFill>
        <p:spPr>
          <a:xfrm>
            <a:off x="2309675" y="3180835"/>
            <a:ext cx="8630700" cy="7779600"/>
          </a:xfrm>
          <a:prstGeom prst="roundRect">
            <a:avLst>
              <a:gd fmla="val 6354" name="adj"/>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p49"/>
          <p:cNvSpPr txBox="1"/>
          <p:nvPr>
            <p:ph type="title"/>
          </p:nvPr>
        </p:nvSpPr>
        <p:spPr>
          <a:xfrm>
            <a:off x="2108800" y="2914250"/>
            <a:ext cx="8348400" cy="36840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b="1" lang="en-US" sz="5900">
                <a:solidFill>
                  <a:srgbClr val="162C63"/>
                </a:solidFill>
                <a:latin typeface="Noto Sans"/>
                <a:ea typeface="Noto Sans"/>
                <a:cs typeface="Noto Sans"/>
                <a:sym typeface="Noto Sans"/>
              </a:rPr>
              <a:t>The following slides are template from “the builder”</a:t>
            </a:r>
            <a:endParaRPr b="1" sz="5900">
              <a:solidFill>
                <a:srgbClr val="162C63"/>
              </a:solidFill>
              <a:latin typeface="Noto Sans"/>
              <a:ea typeface="Noto Sans"/>
              <a:cs typeface="Noto Sans"/>
              <a:sym typeface="Noto Sans"/>
            </a:endParaRPr>
          </a:p>
        </p:txBody>
      </p:sp>
      <p:sp>
        <p:nvSpPr>
          <p:cNvPr id="351" name="Google Shape;351;p49"/>
          <p:cNvSpPr txBox="1"/>
          <p:nvPr>
            <p:ph type="title"/>
          </p:nvPr>
        </p:nvSpPr>
        <p:spPr>
          <a:xfrm>
            <a:off x="13680650" y="2914250"/>
            <a:ext cx="8936100" cy="36840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en-US" sz="5900">
                <a:solidFill>
                  <a:srgbClr val="162C63"/>
                </a:solidFill>
                <a:latin typeface="Noto Sans Light"/>
                <a:ea typeface="Noto Sans Light"/>
                <a:cs typeface="Noto Sans Light"/>
                <a:sym typeface="Noto Sans Light"/>
              </a:rPr>
              <a:t>We can add TITLE, COPY and IMAGE placeholder ONLY</a:t>
            </a:r>
            <a:endParaRPr sz="5900">
              <a:solidFill>
                <a:srgbClr val="162C63"/>
              </a:solidFill>
              <a:latin typeface="Noto Sans Light"/>
              <a:ea typeface="Noto Sans Light"/>
              <a:cs typeface="Noto Sans Light"/>
              <a:sym typeface="Noto Sans Light"/>
            </a:endParaRPr>
          </a:p>
        </p:txBody>
      </p:sp>
      <p:sp>
        <p:nvSpPr>
          <p:cNvPr id="352" name="Google Shape;352;p49"/>
          <p:cNvSpPr txBox="1"/>
          <p:nvPr>
            <p:ph type="title"/>
          </p:nvPr>
        </p:nvSpPr>
        <p:spPr>
          <a:xfrm>
            <a:off x="13680650" y="7413275"/>
            <a:ext cx="8936100" cy="3684000"/>
          </a:xfrm>
          <a:prstGeom prst="rect">
            <a:avLst/>
          </a:prstGeom>
        </p:spPr>
        <p:txBody>
          <a:bodyPr anchorCtr="0" anchor="ctr" bIns="50800" lIns="50800" spcFirstLastPara="1" rIns="50800" wrap="square" tIns="50800">
            <a:normAutofit fontScale="90000"/>
          </a:bodyPr>
          <a:lstStyle/>
          <a:p>
            <a:pPr indent="0" lvl="0" marL="0" rtl="0" algn="l">
              <a:spcBef>
                <a:spcPts val="0"/>
              </a:spcBef>
              <a:spcAft>
                <a:spcPts val="0"/>
              </a:spcAft>
              <a:buNone/>
            </a:pPr>
            <a:r>
              <a:rPr lang="en-US" sz="5900">
                <a:solidFill>
                  <a:srgbClr val="162C63"/>
                </a:solidFill>
                <a:latin typeface="Noto Sans Light"/>
                <a:ea typeface="Noto Sans Light"/>
                <a:cs typeface="Noto Sans Light"/>
                <a:sym typeface="Noto Sans Light"/>
              </a:rPr>
              <a:t>The rest of the graphics are not editable or </a:t>
            </a:r>
            <a:r>
              <a:rPr lang="en-US" sz="5900">
                <a:solidFill>
                  <a:srgbClr val="162C63"/>
                </a:solidFill>
                <a:latin typeface="Noto Sans Light"/>
                <a:ea typeface="Noto Sans Light"/>
                <a:cs typeface="Noto Sans Light"/>
                <a:sym typeface="Noto Sans Light"/>
              </a:rPr>
              <a:t>movable because they are fixed in the template</a:t>
            </a:r>
            <a:endParaRPr sz="5900">
              <a:solidFill>
                <a:srgbClr val="162C63"/>
              </a:solidFill>
              <a:latin typeface="Noto Sans Light"/>
              <a:ea typeface="Noto Sans Light"/>
              <a:cs typeface="Noto Sans Light"/>
              <a:sym typeface="Noto Sans Light"/>
            </a:endParaRPr>
          </a:p>
        </p:txBody>
      </p:sp>
      <p:sp>
        <p:nvSpPr>
          <p:cNvPr id="353" name="Google Shape;353;p49"/>
          <p:cNvSpPr/>
          <p:nvPr/>
        </p:nvSpPr>
        <p:spPr>
          <a:xfrm rot="-2700000">
            <a:off x="11809590" y="3809723"/>
            <a:ext cx="1175211" cy="487055"/>
          </a:xfrm>
          <a:prstGeom prst="corner">
            <a:avLst>
              <a:gd fmla="val 41154" name="adj1"/>
              <a:gd fmla="val 4122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54" name="Google Shape;354;p49"/>
          <p:cNvSpPr/>
          <p:nvPr/>
        </p:nvSpPr>
        <p:spPr>
          <a:xfrm rot="-2700000">
            <a:off x="11833353" y="7825303"/>
            <a:ext cx="1127694" cy="1127694"/>
          </a:xfrm>
          <a:prstGeom prst="plus">
            <a:avLst>
              <a:gd fmla="val 3750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3222775" y="3376275"/>
            <a:ext cx="6867600" cy="4546500"/>
          </a:xfrm>
          <a:prstGeom prst="rect">
            <a:avLst/>
          </a:prstGeom>
        </p:spPr>
        <p:txBody>
          <a:bodyPr anchorCtr="0" anchor="t" bIns="50800" lIns="50800" spcFirstLastPara="1" rIns="50800" wrap="square" tIns="50800">
            <a:normAutofit/>
          </a:bodyPr>
          <a:lstStyle/>
          <a:p>
            <a:pPr indent="0" lvl="0" marL="0" rtl="0" algn="l">
              <a:spcBef>
                <a:spcPts val="0"/>
              </a:spcBef>
              <a:spcAft>
                <a:spcPts val="0"/>
              </a:spcAft>
              <a:buNone/>
            </a:pPr>
            <a:r>
              <a:t/>
            </a:r>
            <a:endParaRPr b="1">
              <a:latin typeface="Noto Sans"/>
              <a:ea typeface="Noto Sans"/>
              <a:cs typeface="Noto Sans"/>
              <a:sym typeface="Noto Sans"/>
            </a:endParaRPr>
          </a:p>
        </p:txBody>
      </p:sp>
      <p:sp>
        <p:nvSpPr>
          <p:cNvPr id="360" name="Google Shape;360;p50"/>
          <p:cNvSpPr/>
          <p:nvPr>
            <p:ph idx="2" type="pic"/>
          </p:nvPr>
        </p:nvSpPr>
        <p:spPr>
          <a:xfrm>
            <a:off x="11308350" y="2882975"/>
            <a:ext cx="7214700" cy="7336200"/>
          </a:xfrm>
          <a:prstGeom prst="roundRect">
            <a:avLst>
              <a:gd fmla="val 16667" name="adj"/>
            </a:avLst>
          </a:prstGeom>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51"/>
          <p:cNvSpPr/>
          <p:nvPr>
            <p:ph idx="2" type="pic"/>
          </p:nvPr>
        </p:nvSpPr>
        <p:spPr>
          <a:xfrm>
            <a:off x="11433200" y="0"/>
            <a:ext cx="12950700" cy="13716000"/>
          </a:xfrm>
          <a:prstGeom prst="rect">
            <a:avLst/>
          </a:prstGeom>
        </p:spPr>
      </p:sp>
      <p:sp>
        <p:nvSpPr>
          <p:cNvPr id="366" name="Google Shape;366;p51"/>
          <p:cNvSpPr txBox="1"/>
          <p:nvPr>
            <p:ph type="title"/>
          </p:nvPr>
        </p:nvSpPr>
        <p:spPr>
          <a:xfrm>
            <a:off x="2781575" y="2877475"/>
            <a:ext cx="5582400" cy="4853400"/>
          </a:xfrm>
          <a:prstGeom prst="rect">
            <a:avLst/>
          </a:prstGeom>
        </p:spPr>
        <p:txBody>
          <a:bodyPr anchorCtr="0" anchor="t" bIns="50800" lIns="50800" spcFirstLastPara="1" rIns="50800" wrap="square" tIns="50800">
            <a:normAutofit/>
          </a:bodyPr>
          <a:lstStyle/>
          <a:p>
            <a:pPr indent="0" lvl="0" marL="0" rtl="0" algn="l">
              <a:spcBef>
                <a:spcPts val="0"/>
              </a:spcBef>
              <a:spcAft>
                <a:spcPts val="0"/>
              </a:spcAft>
              <a:buNone/>
            </a:pPr>
            <a:r>
              <a:t/>
            </a:r>
            <a:endParaRPr b="1">
              <a:latin typeface="Noto Sans"/>
              <a:ea typeface="Noto Sans"/>
              <a:cs typeface="Noto Sans"/>
              <a:sym typeface="No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pic>
        <p:nvPicPr>
          <p:cNvPr id="371" name="Google Shape;371;p52"/>
          <p:cNvPicPr preferRelativeResize="0"/>
          <p:nvPr/>
        </p:nvPicPr>
        <p:blipFill rotWithShape="1">
          <a:blip r:embed="rId3">
            <a:alphaModFix/>
          </a:blip>
          <a:srcRect b="0" l="258" r="258" t="0"/>
          <a:stretch/>
        </p:blipFill>
        <p:spPr>
          <a:xfrm>
            <a:off x="2495675" y="2302425"/>
            <a:ext cx="7633502" cy="7098177"/>
          </a:xfrm>
          <a:prstGeom prst="rect">
            <a:avLst/>
          </a:prstGeom>
          <a:noFill/>
          <a:ln>
            <a:noFill/>
          </a:ln>
        </p:spPr>
      </p:pic>
      <p:sp>
        <p:nvSpPr>
          <p:cNvPr id="372" name="Google Shape;372;p52"/>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162C63"/>
                </a:solidFill>
              </a:rPr>
              <a:t>02</a:t>
            </a:r>
            <a:endParaRPr b="1" sz="25000">
              <a:solidFill>
                <a:srgbClr val="162C63"/>
              </a:solidFill>
            </a:endParaRPr>
          </a:p>
        </p:txBody>
      </p:sp>
      <p:sp>
        <p:nvSpPr>
          <p:cNvPr id="373" name="Google Shape;373;p52"/>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Lorem ipsum dolor sit amet, consectetur adipiscing elit. Proin eu mi urna. Etiam tempus tellus sapien, quis convallis sem viverra sed. Etiam efficitur ultricies turpis sit amet scelerisque.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Vivamus imperdiet lectus sed lectus maximus, in scelerisque arcu iaculis. Nullam nec luctus ante, a convallis augue. Quisque turpis quam, viverra sit amet risus in, ultrices lobortis lacus.</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Etiam tempus tellus sapien, quis convallis sem viverra sed. Etiam efficitur ultricies turpis sit amet scelerisque.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8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p:txBody>
      </p:sp>
      <p:pic>
        <p:nvPicPr>
          <p:cNvPr id="374" name="Google Shape;374;p52"/>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pic>
        <p:nvPicPr>
          <p:cNvPr id="379" name="Google Shape;379;p53"/>
          <p:cNvPicPr preferRelativeResize="0"/>
          <p:nvPr/>
        </p:nvPicPr>
        <p:blipFill rotWithShape="1">
          <a:blip r:embed="rId3">
            <a:alphaModFix/>
          </a:blip>
          <a:srcRect b="79" l="0" r="0" t="69"/>
          <a:stretch/>
        </p:blipFill>
        <p:spPr>
          <a:xfrm>
            <a:off x="2495675" y="2302425"/>
            <a:ext cx="7633502" cy="7098178"/>
          </a:xfrm>
          <a:prstGeom prst="rect">
            <a:avLst/>
          </a:prstGeom>
          <a:noFill/>
          <a:ln>
            <a:noFill/>
          </a:ln>
        </p:spPr>
      </p:pic>
      <p:sp>
        <p:nvSpPr>
          <p:cNvPr id="380" name="Google Shape;380;p53"/>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009CDE"/>
                </a:solidFill>
                <a:latin typeface="Noto Sans"/>
                <a:ea typeface="Noto Sans"/>
                <a:cs typeface="Noto Sans"/>
                <a:sym typeface="Noto Sans"/>
              </a:rPr>
              <a:t>03</a:t>
            </a:r>
            <a:endParaRPr b="1" sz="25000">
              <a:solidFill>
                <a:srgbClr val="009CDE"/>
              </a:solidFill>
              <a:latin typeface="Noto Sans"/>
              <a:ea typeface="Noto Sans"/>
              <a:cs typeface="Noto Sans"/>
              <a:sym typeface="Noto Sans"/>
            </a:endParaRPr>
          </a:p>
        </p:txBody>
      </p:sp>
      <p:sp>
        <p:nvSpPr>
          <p:cNvPr id="381" name="Google Shape;381;p53"/>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82" name="Google Shape;382;p53"/>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pic>
        <p:nvPicPr>
          <p:cNvPr id="387" name="Google Shape;387;p54"/>
          <p:cNvPicPr preferRelativeResize="0"/>
          <p:nvPr/>
        </p:nvPicPr>
        <p:blipFill rotWithShape="1">
          <a:blip r:embed="rId3">
            <a:alphaModFix/>
          </a:blip>
          <a:srcRect b="0" l="209" r="219" t="0"/>
          <a:stretch/>
        </p:blipFill>
        <p:spPr>
          <a:xfrm>
            <a:off x="2495675" y="2302425"/>
            <a:ext cx="7633502" cy="7098177"/>
          </a:xfrm>
          <a:prstGeom prst="rect">
            <a:avLst/>
          </a:prstGeom>
          <a:noFill/>
          <a:ln>
            <a:noFill/>
          </a:ln>
        </p:spPr>
      </p:pic>
      <p:sp>
        <p:nvSpPr>
          <p:cNvPr id="388" name="Google Shape;388;p54"/>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162C63"/>
                </a:solidFill>
                <a:latin typeface="Noto Sans"/>
                <a:ea typeface="Noto Sans"/>
                <a:cs typeface="Noto Sans"/>
                <a:sym typeface="Noto Sans"/>
              </a:rPr>
              <a:t>04</a:t>
            </a:r>
            <a:endParaRPr b="1" sz="25000">
              <a:solidFill>
                <a:srgbClr val="162C63"/>
              </a:solidFill>
              <a:latin typeface="Noto Sans"/>
              <a:ea typeface="Noto Sans"/>
              <a:cs typeface="Noto Sans"/>
              <a:sym typeface="Noto Sans"/>
            </a:endParaRPr>
          </a:p>
        </p:txBody>
      </p:sp>
      <p:sp>
        <p:nvSpPr>
          <p:cNvPr id="389" name="Google Shape;389;p54"/>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90" name="Google Shape;390;p54"/>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pic>
        <p:nvPicPr>
          <p:cNvPr id="395" name="Google Shape;395;p55"/>
          <p:cNvPicPr preferRelativeResize="0"/>
          <p:nvPr/>
        </p:nvPicPr>
        <p:blipFill rotWithShape="1">
          <a:blip r:embed="rId3">
            <a:alphaModFix/>
          </a:blip>
          <a:srcRect b="0" l="109" r="99" t="0"/>
          <a:stretch/>
        </p:blipFill>
        <p:spPr>
          <a:xfrm>
            <a:off x="2495675" y="2302425"/>
            <a:ext cx="7633503" cy="7098176"/>
          </a:xfrm>
          <a:prstGeom prst="rect">
            <a:avLst/>
          </a:prstGeom>
          <a:noFill/>
          <a:ln>
            <a:noFill/>
          </a:ln>
        </p:spPr>
      </p:pic>
      <p:sp>
        <p:nvSpPr>
          <p:cNvPr id="396" name="Google Shape;396;p55"/>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F46350"/>
                </a:solidFill>
                <a:latin typeface="Noto Sans"/>
                <a:ea typeface="Noto Sans"/>
                <a:cs typeface="Noto Sans"/>
                <a:sym typeface="Noto Sans"/>
              </a:rPr>
              <a:t>05</a:t>
            </a:r>
            <a:endParaRPr b="1" sz="25000">
              <a:solidFill>
                <a:srgbClr val="F46350"/>
              </a:solidFill>
              <a:latin typeface="Noto Sans"/>
              <a:ea typeface="Noto Sans"/>
              <a:cs typeface="Noto Sans"/>
              <a:sym typeface="Noto Sans"/>
            </a:endParaRPr>
          </a:p>
        </p:txBody>
      </p:sp>
      <p:sp>
        <p:nvSpPr>
          <p:cNvPr id="397" name="Google Shape;397;p55"/>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98" name="Google Shape;398;p55"/>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pic>
        <p:nvPicPr>
          <p:cNvPr id="403" name="Google Shape;403;p56"/>
          <p:cNvPicPr preferRelativeResize="0"/>
          <p:nvPr/>
        </p:nvPicPr>
        <p:blipFill rotWithShape="1">
          <a:blip r:embed="rId3">
            <a:alphaModFix amt="45000"/>
          </a:blip>
          <a:srcRect b="0" l="0" r="0" t="0"/>
          <a:stretch/>
        </p:blipFill>
        <p:spPr>
          <a:xfrm>
            <a:off x="0" y="0"/>
            <a:ext cx="24384000" cy="13716000"/>
          </a:xfrm>
          <a:prstGeom prst="rect">
            <a:avLst/>
          </a:prstGeom>
          <a:noFill/>
          <a:ln>
            <a:noFill/>
          </a:ln>
        </p:spPr>
      </p:pic>
      <p:pic>
        <p:nvPicPr>
          <p:cNvPr id="404" name="Google Shape;404;p56"/>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405" name="Google Shape;405;p56"/>
          <p:cNvSpPr txBox="1"/>
          <p:nvPr>
            <p:ph idx="4294967295" type="ctrTitle"/>
          </p:nvPr>
        </p:nvSpPr>
        <p:spPr>
          <a:xfrm>
            <a:off x="831200" y="5615467"/>
            <a:ext cx="22721700" cy="1844100"/>
          </a:xfrm>
          <a:prstGeom prst="rect">
            <a:avLst/>
          </a:prstGeom>
        </p:spPr>
        <p:txBody>
          <a:bodyPr anchorCtr="0" anchor="ctr" bIns="50800" lIns="50800" spcFirstLastPara="1" rIns="50800" wrap="square" tIns="50800">
            <a:normAutofit fontScale="90000"/>
          </a:bodyPr>
          <a:lstStyle/>
          <a:p>
            <a:pPr indent="0" lvl="0" marL="0" rtl="0" algn="ctr">
              <a:spcBef>
                <a:spcPts val="0"/>
              </a:spcBef>
              <a:spcAft>
                <a:spcPts val="0"/>
              </a:spcAft>
              <a:buClr>
                <a:schemeClr val="dk1"/>
              </a:buClr>
              <a:buSzPct val="34117"/>
              <a:buFont typeface="Arial"/>
              <a:buNone/>
            </a:pPr>
            <a:r>
              <a:rPr b="1" lang="en-US" sz="8500">
                <a:solidFill>
                  <a:srgbClr val="162C63"/>
                </a:solidFill>
                <a:latin typeface="Noto Sans"/>
                <a:ea typeface="Noto Sans"/>
                <a:cs typeface="Noto Sans"/>
                <a:sym typeface="Noto Sans"/>
              </a:rPr>
              <a:t>Build the open web with Drupal</a:t>
            </a:r>
            <a:endParaRPr b="1" sz="8500">
              <a:solidFill>
                <a:srgbClr val="162C63"/>
              </a:solidFill>
              <a:latin typeface="Noto Sans"/>
              <a:ea typeface="Noto Sans"/>
              <a:cs typeface="Noto Sans"/>
              <a:sym typeface="Noto Sans"/>
            </a:endParaRPr>
          </a:p>
          <a:p>
            <a:pPr indent="0" lvl="0" marL="0" rtl="0" algn="ctr">
              <a:spcBef>
                <a:spcPts val="0"/>
              </a:spcBef>
              <a:spcAft>
                <a:spcPts val="0"/>
              </a:spcAft>
              <a:buNone/>
            </a:pPr>
            <a:r>
              <a:rPr lang="en-US" sz="8500">
                <a:solidFill>
                  <a:srgbClr val="162C63"/>
                </a:solidFill>
                <a:latin typeface="Noto Sans Light"/>
                <a:ea typeface="Noto Sans Light"/>
                <a:cs typeface="Noto Sans Light"/>
                <a:sym typeface="Noto Sans Light"/>
              </a:rPr>
              <a:t>Create remarkable websites that scale</a:t>
            </a:r>
            <a:endParaRPr sz="8500">
              <a:solidFill>
                <a:srgbClr val="162C63"/>
              </a:solidFill>
              <a:latin typeface="Noto Sans Light"/>
              <a:ea typeface="Noto Sans Light"/>
              <a:cs typeface="Noto Sans Light"/>
              <a:sym typeface="Noto Sans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57"/>
          <p:cNvSpPr txBox="1"/>
          <p:nvPr>
            <p:ph idx="1" type="subTitle"/>
          </p:nvPr>
        </p:nvSpPr>
        <p:spPr>
          <a:xfrm>
            <a:off x="831200" y="7557667"/>
            <a:ext cx="22721700" cy="2113500"/>
          </a:xfrm>
          <a:prstGeom prst="rect">
            <a:avLst/>
          </a:prstGeom>
        </p:spPr>
        <p:txBody>
          <a:bodyPr anchorCtr="0" anchor="ctr" bIns="50800" lIns="50800" spcFirstLastPara="1" rIns="50800" wrap="square" tIns="50800">
            <a:normAutofit/>
          </a:bodyPr>
          <a:lstStyle/>
          <a:p>
            <a:pPr indent="0" lvl="0" marL="0" rtl="0" algn="ctr">
              <a:spcBef>
                <a:spcPts val="5900"/>
              </a:spcBef>
              <a:spcAft>
                <a:spcPts val="0"/>
              </a:spcAft>
              <a:buNone/>
            </a:pPr>
            <a:r>
              <a:t/>
            </a:r>
            <a:endParaRPr/>
          </a:p>
        </p:txBody>
      </p:sp>
      <p:sp>
        <p:nvSpPr>
          <p:cNvPr id="411" name="Google Shape;411;p57"/>
          <p:cNvSpPr txBox="1"/>
          <p:nvPr/>
        </p:nvSpPr>
        <p:spPr>
          <a:xfrm>
            <a:off x="4833425" y="5515050"/>
            <a:ext cx="14562300" cy="367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5200">
                <a:solidFill>
                  <a:srgbClr val="121111"/>
                </a:solidFill>
                <a:highlight>
                  <a:srgbClr val="FFFF00"/>
                </a:highlight>
                <a:latin typeface="Helvetica Neue"/>
                <a:ea typeface="Helvetica Neue"/>
                <a:cs typeface="Helvetica Neue"/>
                <a:sym typeface="Helvetica Neue"/>
              </a:rPr>
              <a:t>POTENTIAL SLIDE OPTIONS BELOW</a:t>
            </a:r>
            <a:endParaRPr sz="5200">
              <a:solidFill>
                <a:srgbClr val="121111"/>
              </a:solidFill>
              <a:highlight>
                <a:srgbClr val="FFFF00"/>
              </a:highlight>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15" name="Shape 415"/>
        <p:cNvGrpSpPr/>
        <p:nvPr/>
      </p:nvGrpSpPr>
      <p:grpSpPr>
        <a:xfrm>
          <a:off x="0" y="0"/>
          <a:ext cx="0" cy="0"/>
          <a:chOff x="0" y="0"/>
          <a:chExt cx="0" cy="0"/>
        </a:xfrm>
      </p:grpSpPr>
      <p:pic>
        <p:nvPicPr>
          <p:cNvPr descr="53300482659_55c893f7f6_k.jpg" id="416" name="Google Shape;416;p58"/>
          <p:cNvPicPr preferRelativeResize="0"/>
          <p:nvPr/>
        </p:nvPicPr>
        <p:blipFill rotWithShape="1">
          <a:blip r:embed="rId3">
            <a:alphaModFix/>
          </a:blip>
          <a:srcRect b="9501" l="204" r="14441" t="18192"/>
          <a:stretch/>
        </p:blipFill>
        <p:spPr>
          <a:xfrm>
            <a:off x="11475" y="0"/>
            <a:ext cx="24384000" cy="13716001"/>
          </a:xfrm>
          <a:prstGeom prst="rect">
            <a:avLst/>
          </a:prstGeom>
          <a:noFill/>
          <a:ln>
            <a:noFill/>
          </a:ln>
        </p:spPr>
      </p:pic>
      <p:pic>
        <p:nvPicPr>
          <p:cNvPr descr="Image Gallery" id="417" name="Google Shape;417;p58"/>
          <p:cNvPicPr preferRelativeResize="0"/>
          <p:nvPr/>
        </p:nvPicPr>
        <p:blipFill rotWithShape="1">
          <a:blip r:embed="rId4">
            <a:alphaModFix/>
          </a:blip>
          <a:srcRect b="0" l="0" r="0" t="0"/>
          <a:stretch/>
        </p:blipFill>
        <p:spPr>
          <a:xfrm>
            <a:off x="1717418" y="1519435"/>
            <a:ext cx="9284227" cy="9720068"/>
          </a:xfrm>
          <a:prstGeom prst="rect">
            <a:avLst/>
          </a:prstGeom>
          <a:noFill/>
          <a:ln>
            <a:noFill/>
          </a:ln>
        </p:spPr>
      </p:pic>
      <p:sp>
        <p:nvSpPr>
          <p:cNvPr id="418" name="Google Shape;418;p58"/>
          <p:cNvSpPr txBox="1"/>
          <p:nvPr/>
        </p:nvSpPr>
        <p:spPr>
          <a:xfrm>
            <a:off x="3015030" y="3996949"/>
            <a:ext cx="6126300" cy="18267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FFFFFF"/>
                </a:solidFill>
                <a:latin typeface="Noto Sans"/>
                <a:ea typeface="Noto Sans"/>
                <a:cs typeface="Noto Sans"/>
                <a:sym typeface="Noto Sans"/>
              </a:rPr>
              <a:t>Community is in our DNA</a:t>
            </a:r>
            <a:endParaRPr b="1" sz="7000">
              <a:latin typeface="Noto Sans"/>
              <a:ea typeface="Noto Sans"/>
              <a:cs typeface="Noto Sans"/>
              <a:sym typeface="Noto Sans"/>
            </a:endParaRPr>
          </a:p>
        </p:txBody>
      </p:sp>
      <p:pic>
        <p:nvPicPr>
          <p:cNvPr descr="Google Shape;169;p32" id="419" name="Google Shape;419;p58"/>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23" name="Shape 423"/>
        <p:cNvGrpSpPr/>
        <p:nvPr/>
      </p:nvGrpSpPr>
      <p:grpSpPr>
        <a:xfrm>
          <a:off x="0" y="0"/>
          <a:ext cx="0" cy="0"/>
          <a:chOff x="0" y="0"/>
          <a:chExt cx="0" cy="0"/>
        </a:xfrm>
      </p:grpSpPr>
      <p:sp>
        <p:nvSpPr>
          <p:cNvPr id="424" name="Google Shape;424;p59"/>
          <p:cNvSpPr txBox="1"/>
          <p:nvPr>
            <p:ph type="title"/>
          </p:nvPr>
        </p:nvSpPr>
        <p:spPr>
          <a:xfrm>
            <a:off x="12324772" y="1424709"/>
            <a:ext cx="10223501" cy="2286001"/>
          </a:xfrm>
          <a:prstGeom prst="rect">
            <a:avLst/>
          </a:prstGeom>
          <a:noFill/>
          <a:ln>
            <a:noFill/>
          </a:ln>
        </p:spPr>
        <p:txBody>
          <a:bodyPr anchorCtr="0" anchor="ctr" bIns="50800" lIns="50800" spcFirstLastPara="1" rIns="50800" wrap="square" tIns="50800">
            <a:normAutofit fontScale="90000"/>
          </a:bodyPr>
          <a:lstStyle/>
          <a:p>
            <a:pPr indent="0" lvl="0" marL="0" marR="0" rtl="0" algn="l">
              <a:lnSpc>
                <a:spcPct val="100000"/>
              </a:lnSpc>
              <a:spcBef>
                <a:spcPts val="0"/>
              </a:spcBef>
              <a:spcAft>
                <a:spcPts val="0"/>
              </a:spcAft>
              <a:buClr>
                <a:srgbClr val="FFFFFF"/>
              </a:buClr>
              <a:buSzPct val="100000"/>
              <a:buFont typeface="Helvetica Neue"/>
              <a:buNone/>
            </a:pPr>
            <a:r>
              <a:rPr lang="en-US" sz="8400"/>
              <a:t>Baddý Sonja Breidert</a:t>
            </a:r>
            <a:endParaRPr/>
          </a:p>
        </p:txBody>
      </p:sp>
      <p:sp>
        <p:nvSpPr>
          <p:cNvPr id="425" name="Google Shape;425;p59"/>
          <p:cNvSpPr txBox="1"/>
          <p:nvPr>
            <p:ph idx="1" type="body"/>
          </p:nvPr>
        </p:nvSpPr>
        <p:spPr>
          <a:xfrm>
            <a:off x="12410200" y="3710700"/>
            <a:ext cx="10223400" cy="8580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Icelandic</a:t>
            </a:r>
            <a:endParaRPr/>
          </a:p>
          <a:p>
            <a:pPr indent="-482600" lvl="0" marL="457200" rtl="0" algn="l">
              <a:lnSpc>
                <a:spcPct val="115000"/>
              </a:lnSpc>
              <a:spcBef>
                <a:spcPts val="0"/>
              </a:spcBef>
              <a:spcAft>
                <a:spcPts val="0"/>
              </a:spcAft>
              <a:buSzPts val="4000"/>
              <a:buChar char="•"/>
            </a:pPr>
            <a:r>
              <a:rPr lang="en-US" sz="4000"/>
              <a:t>CEO and Co-Founder of 1xINTERNET</a:t>
            </a:r>
            <a:endParaRPr/>
          </a:p>
          <a:p>
            <a:pPr indent="-482600" lvl="0" marL="457200" rtl="0" algn="l">
              <a:lnSpc>
                <a:spcPct val="115000"/>
              </a:lnSpc>
              <a:spcBef>
                <a:spcPts val="0"/>
              </a:spcBef>
              <a:spcAft>
                <a:spcPts val="0"/>
              </a:spcAft>
              <a:buSzPts val="4000"/>
              <a:buChar char="•"/>
            </a:pPr>
            <a:r>
              <a:rPr lang="en-US" sz="4000"/>
              <a:t>Drupal contributor since 2013</a:t>
            </a:r>
            <a:endParaRPr/>
          </a:p>
          <a:p>
            <a:pPr indent="-482600" lvl="0" marL="457200" rtl="0" algn="l">
              <a:lnSpc>
                <a:spcPct val="115000"/>
              </a:lnSpc>
              <a:spcBef>
                <a:spcPts val="0"/>
              </a:spcBef>
              <a:spcAft>
                <a:spcPts val="0"/>
              </a:spcAft>
              <a:buSzPts val="4000"/>
              <a:buChar char="•"/>
            </a:pPr>
            <a:r>
              <a:rPr lang="en-US" sz="4000"/>
              <a:t>Board member of the </a:t>
            </a:r>
            <a:br>
              <a:rPr lang="en-US" sz="4000"/>
            </a:br>
            <a:r>
              <a:rPr lang="en-US" sz="4000"/>
              <a:t>Drupal Association 2018-2023</a:t>
            </a:r>
            <a:endParaRPr/>
          </a:p>
          <a:p>
            <a:pPr indent="-482600" lvl="1" marL="914400" rtl="0" algn="l">
              <a:lnSpc>
                <a:spcPct val="115000"/>
              </a:lnSpc>
              <a:spcBef>
                <a:spcPts val="0"/>
              </a:spcBef>
              <a:spcAft>
                <a:spcPts val="0"/>
              </a:spcAft>
              <a:buSzPts val="4000"/>
              <a:buChar char="•"/>
            </a:pPr>
            <a:r>
              <a:rPr lang="en-US" sz="4000"/>
              <a:t>Board Chair 2022-2023</a:t>
            </a:r>
            <a:endParaRPr/>
          </a:p>
        </p:txBody>
      </p:sp>
      <p:pic>
        <p:nvPicPr>
          <p:cNvPr descr="Image Gallery" id="426" name="Google Shape;426;p59"/>
          <p:cNvPicPr preferRelativeResize="0"/>
          <p:nvPr/>
        </p:nvPicPr>
        <p:blipFill rotWithShape="1">
          <a:blip r:embed="rId3">
            <a:alphaModFix/>
          </a:blip>
          <a:srcRect b="0" l="0" r="0" t="0"/>
          <a:stretch/>
        </p:blipFill>
        <p:spPr>
          <a:xfrm>
            <a:off x="2345056" y="1932718"/>
            <a:ext cx="8817171" cy="9850563"/>
          </a:xfrm>
          <a:prstGeom prst="rect">
            <a:avLst/>
          </a:prstGeom>
          <a:noFill/>
          <a:ln>
            <a:noFill/>
          </a:ln>
        </p:spPr>
      </p:pic>
      <p:pic>
        <p:nvPicPr>
          <p:cNvPr descr="Google Shape;169;p32" id="427" name="Google Shape;427;p59"/>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descr="_T2A5027 copyXXX (3).jpg" id="428" name="Google Shape;428;p59"/>
          <p:cNvPicPr preferRelativeResize="0"/>
          <p:nvPr>
            <p:ph idx="2" type="pic"/>
          </p:nvPr>
        </p:nvPicPr>
        <p:blipFill rotWithShape="1">
          <a:blip r:embed="rId5">
            <a:alphaModFix/>
          </a:blip>
          <a:srcRect b="24928" l="1018" r="1018" t="164"/>
          <a:stretch/>
        </p:blipFill>
        <p:spPr>
          <a:xfrm>
            <a:off x="3352200" y="3227725"/>
            <a:ext cx="6802876" cy="787620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32" name="Shape 432"/>
        <p:cNvGrpSpPr/>
        <p:nvPr/>
      </p:nvGrpSpPr>
      <p:grpSpPr>
        <a:xfrm>
          <a:off x="0" y="0"/>
          <a:ext cx="0" cy="0"/>
          <a:chOff x="0" y="0"/>
          <a:chExt cx="0" cy="0"/>
        </a:xfrm>
      </p:grpSpPr>
      <p:pic>
        <p:nvPicPr>
          <p:cNvPr descr="austin-distel-VvAcrVa56fc-unsplash.jpg" id="433" name="Google Shape;433;p60"/>
          <p:cNvPicPr preferRelativeResize="0"/>
          <p:nvPr/>
        </p:nvPicPr>
        <p:blipFill rotWithShape="1">
          <a:blip r:embed="rId3">
            <a:alphaModFix/>
          </a:blip>
          <a:srcRect b="15360" l="19413" r="0" t="16971"/>
          <a:stretch/>
        </p:blipFill>
        <p:spPr>
          <a:xfrm>
            <a:off x="-13925" y="0"/>
            <a:ext cx="24504553" cy="13716000"/>
          </a:xfrm>
          <a:prstGeom prst="rect">
            <a:avLst/>
          </a:prstGeom>
          <a:noFill/>
          <a:ln>
            <a:noFill/>
          </a:ln>
        </p:spPr>
      </p:pic>
      <p:pic>
        <p:nvPicPr>
          <p:cNvPr descr="Google Shape;169;p32" id="434" name="Google Shape;434;p60"/>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descr="Image Gallery" id="435" name="Google Shape;435;p60"/>
          <p:cNvPicPr preferRelativeResize="0"/>
          <p:nvPr/>
        </p:nvPicPr>
        <p:blipFill rotWithShape="1">
          <a:blip r:embed="rId5">
            <a:alphaModFix/>
          </a:blip>
          <a:srcRect b="0" l="0" r="0" t="0"/>
          <a:stretch/>
        </p:blipFill>
        <p:spPr>
          <a:xfrm>
            <a:off x="13213419" y="1832866"/>
            <a:ext cx="9284227" cy="9720068"/>
          </a:xfrm>
          <a:prstGeom prst="rect">
            <a:avLst/>
          </a:prstGeom>
          <a:noFill/>
          <a:ln>
            <a:noFill/>
          </a:ln>
        </p:spPr>
      </p:pic>
      <p:sp>
        <p:nvSpPr>
          <p:cNvPr id="436" name="Google Shape;436;p60"/>
          <p:cNvSpPr txBox="1"/>
          <p:nvPr/>
        </p:nvSpPr>
        <p:spPr>
          <a:xfrm>
            <a:off x="14511030" y="4051300"/>
            <a:ext cx="6227700" cy="25653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10000"/>
              <a:buFont typeface="Helvetica Neue"/>
              <a:buNone/>
            </a:pPr>
            <a:r>
              <a:rPr lang="en-US" sz="10000">
                <a:solidFill>
                  <a:srgbClr val="FFFFFF"/>
                </a:solidFill>
                <a:latin typeface="Helvetica Neue"/>
                <a:ea typeface="Helvetica Neue"/>
                <a:cs typeface="Helvetica Neue"/>
                <a:sym typeface="Helvetica Neue"/>
              </a:rPr>
              <a:t>Title Slide Right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40" name="Shape 440"/>
        <p:cNvGrpSpPr/>
        <p:nvPr/>
      </p:nvGrpSpPr>
      <p:grpSpPr>
        <a:xfrm>
          <a:off x="0" y="0"/>
          <a:ext cx="0" cy="0"/>
          <a:chOff x="0" y="0"/>
          <a:chExt cx="0" cy="0"/>
        </a:xfrm>
      </p:grpSpPr>
      <p:pic>
        <p:nvPicPr>
          <p:cNvPr descr="dries.jpeg" id="441" name="Google Shape;441;p61"/>
          <p:cNvPicPr preferRelativeResize="0"/>
          <p:nvPr/>
        </p:nvPicPr>
        <p:blipFill rotWithShape="1">
          <a:blip r:embed="rId3">
            <a:alphaModFix/>
          </a:blip>
          <a:srcRect b="796" l="2759" r="203" t="796"/>
          <a:stretch/>
        </p:blipFill>
        <p:spPr>
          <a:xfrm>
            <a:off x="1719829" y="3235324"/>
            <a:ext cx="10227060" cy="6914376"/>
          </a:xfrm>
          <a:custGeom>
            <a:rect b="b" l="l" r="r" t="t"/>
            <a:pathLst>
              <a:path extrusionOk="0" h="21600" w="21600">
                <a:moveTo>
                  <a:pt x="891" y="0"/>
                </a:moveTo>
                <a:cubicBezTo>
                  <a:pt x="630" y="0"/>
                  <a:pt x="473" y="0"/>
                  <a:pt x="368" y="65"/>
                </a:cubicBezTo>
                <a:cubicBezTo>
                  <a:pt x="217" y="146"/>
                  <a:pt x="99" y="321"/>
                  <a:pt x="44" y="544"/>
                </a:cubicBezTo>
                <a:cubicBezTo>
                  <a:pt x="0" y="699"/>
                  <a:pt x="0" y="931"/>
                  <a:pt x="0" y="1318"/>
                </a:cubicBezTo>
                <a:lnTo>
                  <a:pt x="0" y="20282"/>
                </a:lnTo>
                <a:cubicBezTo>
                  <a:pt x="0" y="20669"/>
                  <a:pt x="0" y="20901"/>
                  <a:pt x="44" y="21056"/>
                </a:cubicBezTo>
                <a:cubicBezTo>
                  <a:pt x="99" y="21279"/>
                  <a:pt x="217" y="21454"/>
                  <a:pt x="368" y="21535"/>
                </a:cubicBezTo>
                <a:cubicBezTo>
                  <a:pt x="473" y="21600"/>
                  <a:pt x="630" y="21600"/>
                  <a:pt x="891" y="21600"/>
                </a:cubicBezTo>
                <a:lnTo>
                  <a:pt x="20709" y="21600"/>
                </a:lnTo>
                <a:cubicBezTo>
                  <a:pt x="20970" y="21600"/>
                  <a:pt x="21127" y="21600"/>
                  <a:pt x="21232" y="21535"/>
                </a:cubicBezTo>
                <a:cubicBezTo>
                  <a:pt x="21383" y="21454"/>
                  <a:pt x="21501" y="21279"/>
                  <a:pt x="21556" y="21056"/>
                </a:cubicBezTo>
                <a:cubicBezTo>
                  <a:pt x="21600" y="20901"/>
                  <a:pt x="21600" y="20669"/>
                  <a:pt x="21600" y="20282"/>
                </a:cubicBezTo>
                <a:lnTo>
                  <a:pt x="21600" y="1318"/>
                </a:lnTo>
                <a:cubicBezTo>
                  <a:pt x="21600" y="931"/>
                  <a:pt x="21600" y="699"/>
                  <a:pt x="21556" y="544"/>
                </a:cubicBezTo>
                <a:cubicBezTo>
                  <a:pt x="21501" y="321"/>
                  <a:pt x="21383" y="146"/>
                  <a:pt x="21232" y="65"/>
                </a:cubicBezTo>
                <a:cubicBezTo>
                  <a:pt x="21127" y="0"/>
                  <a:pt x="20970" y="0"/>
                  <a:pt x="20709" y="0"/>
                </a:cubicBezTo>
                <a:lnTo>
                  <a:pt x="891" y="0"/>
                </a:lnTo>
                <a:close/>
              </a:path>
            </a:pathLst>
          </a:custGeom>
          <a:noFill/>
          <a:ln>
            <a:noFill/>
          </a:ln>
        </p:spPr>
      </p:pic>
      <p:pic>
        <p:nvPicPr>
          <p:cNvPr descr="Google Shape;170;p32" id="442" name="Google Shape;442;p61"/>
          <p:cNvPicPr preferRelativeResize="0"/>
          <p:nvPr/>
        </p:nvPicPr>
        <p:blipFill rotWithShape="1">
          <a:blip r:embed="rId4">
            <a:alphaModFix/>
          </a:blip>
          <a:srcRect b="0" l="0" r="0" t="0"/>
          <a:stretch/>
        </p:blipFill>
        <p:spPr>
          <a:xfrm>
            <a:off x="1562724" y="2956545"/>
            <a:ext cx="10805597" cy="7802909"/>
          </a:xfrm>
          <a:prstGeom prst="rect">
            <a:avLst/>
          </a:prstGeom>
          <a:noFill/>
          <a:ln>
            <a:noFill/>
          </a:ln>
        </p:spPr>
      </p:pic>
      <p:pic>
        <p:nvPicPr>
          <p:cNvPr descr="Google Shape;169;p32" id="443" name="Google Shape;443;p61"/>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
        <p:nvSpPr>
          <p:cNvPr id="444" name="Google Shape;444;p61"/>
          <p:cNvSpPr txBox="1"/>
          <p:nvPr>
            <p:ph type="title"/>
          </p:nvPr>
        </p:nvSpPr>
        <p:spPr>
          <a:xfrm>
            <a:off x="13383450" y="2111525"/>
            <a:ext cx="9011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t>Title right</a:t>
            </a:r>
            <a:endParaRPr sz="8400"/>
          </a:p>
        </p:txBody>
      </p:sp>
      <p:sp>
        <p:nvSpPr>
          <p:cNvPr id="445" name="Google Shape;445;p61"/>
          <p:cNvSpPr txBox="1"/>
          <p:nvPr>
            <p:ph idx="1" type="body"/>
          </p:nvPr>
        </p:nvSpPr>
        <p:spPr>
          <a:xfrm>
            <a:off x="13383450" y="4528100"/>
            <a:ext cx="9011100" cy="7536600"/>
          </a:xfrm>
          <a:prstGeom prst="rect">
            <a:avLst/>
          </a:prstGeom>
          <a:noFill/>
          <a:ln>
            <a:noFill/>
          </a:ln>
        </p:spPr>
        <p:txBody>
          <a:bodyPr anchorCtr="0" anchor="t" bIns="50800" lIns="50800" spcFirstLastPara="1" rIns="50800" wrap="square" tIns="50800">
            <a:normAutofit/>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49" name="Shape 449"/>
        <p:cNvGrpSpPr/>
        <p:nvPr/>
      </p:nvGrpSpPr>
      <p:grpSpPr>
        <a:xfrm>
          <a:off x="0" y="0"/>
          <a:ext cx="0" cy="0"/>
          <a:chOff x="0" y="0"/>
          <a:chExt cx="0" cy="0"/>
        </a:xfrm>
      </p:grpSpPr>
      <p:pic>
        <p:nvPicPr>
          <p:cNvPr descr="dries.jpeg" id="450" name="Google Shape;450;p62"/>
          <p:cNvPicPr preferRelativeResize="0"/>
          <p:nvPr/>
        </p:nvPicPr>
        <p:blipFill rotWithShape="1">
          <a:blip r:embed="rId3">
            <a:alphaModFix/>
          </a:blip>
          <a:srcRect b="797" l="2755" r="203" t="797"/>
          <a:stretch/>
        </p:blipFill>
        <p:spPr>
          <a:xfrm>
            <a:off x="12292504" y="3104749"/>
            <a:ext cx="10227060" cy="6914376"/>
          </a:xfrm>
          <a:custGeom>
            <a:rect b="b" l="l" r="r" t="t"/>
            <a:pathLst>
              <a:path extrusionOk="0" h="21600" w="21600">
                <a:moveTo>
                  <a:pt x="891" y="0"/>
                </a:moveTo>
                <a:cubicBezTo>
                  <a:pt x="630" y="0"/>
                  <a:pt x="473" y="0"/>
                  <a:pt x="368" y="65"/>
                </a:cubicBezTo>
                <a:cubicBezTo>
                  <a:pt x="217" y="146"/>
                  <a:pt x="99" y="321"/>
                  <a:pt x="44" y="544"/>
                </a:cubicBezTo>
                <a:cubicBezTo>
                  <a:pt x="0" y="699"/>
                  <a:pt x="0" y="931"/>
                  <a:pt x="0" y="1318"/>
                </a:cubicBezTo>
                <a:lnTo>
                  <a:pt x="0" y="20282"/>
                </a:lnTo>
                <a:cubicBezTo>
                  <a:pt x="0" y="20669"/>
                  <a:pt x="0" y="20901"/>
                  <a:pt x="44" y="21056"/>
                </a:cubicBezTo>
                <a:cubicBezTo>
                  <a:pt x="99" y="21279"/>
                  <a:pt x="217" y="21454"/>
                  <a:pt x="368" y="21535"/>
                </a:cubicBezTo>
                <a:cubicBezTo>
                  <a:pt x="473" y="21600"/>
                  <a:pt x="630" y="21600"/>
                  <a:pt x="891" y="21600"/>
                </a:cubicBezTo>
                <a:lnTo>
                  <a:pt x="20709" y="21600"/>
                </a:lnTo>
                <a:cubicBezTo>
                  <a:pt x="20970" y="21600"/>
                  <a:pt x="21127" y="21600"/>
                  <a:pt x="21232" y="21535"/>
                </a:cubicBezTo>
                <a:cubicBezTo>
                  <a:pt x="21383" y="21454"/>
                  <a:pt x="21501" y="21279"/>
                  <a:pt x="21556" y="21056"/>
                </a:cubicBezTo>
                <a:cubicBezTo>
                  <a:pt x="21600" y="20901"/>
                  <a:pt x="21600" y="20669"/>
                  <a:pt x="21600" y="20282"/>
                </a:cubicBezTo>
                <a:lnTo>
                  <a:pt x="21600" y="1318"/>
                </a:lnTo>
                <a:cubicBezTo>
                  <a:pt x="21600" y="931"/>
                  <a:pt x="21600" y="699"/>
                  <a:pt x="21556" y="544"/>
                </a:cubicBezTo>
                <a:cubicBezTo>
                  <a:pt x="21501" y="321"/>
                  <a:pt x="21383" y="146"/>
                  <a:pt x="21232" y="65"/>
                </a:cubicBezTo>
                <a:cubicBezTo>
                  <a:pt x="21127" y="0"/>
                  <a:pt x="20970" y="0"/>
                  <a:pt x="20709" y="0"/>
                </a:cubicBezTo>
                <a:lnTo>
                  <a:pt x="891" y="0"/>
                </a:lnTo>
                <a:close/>
              </a:path>
            </a:pathLst>
          </a:custGeom>
          <a:noFill/>
          <a:ln>
            <a:noFill/>
          </a:ln>
        </p:spPr>
      </p:pic>
      <p:pic>
        <p:nvPicPr>
          <p:cNvPr descr="Google Shape;170;p32" id="451" name="Google Shape;451;p62"/>
          <p:cNvPicPr preferRelativeResize="0"/>
          <p:nvPr/>
        </p:nvPicPr>
        <p:blipFill rotWithShape="1">
          <a:blip r:embed="rId4">
            <a:alphaModFix/>
          </a:blip>
          <a:srcRect b="0" l="0" r="0" t="0"/>
          <a:stretch/>
        </p:blipFill>
        <p:spPr>
          <a:xfrm>
            <a:off x="12135399" y="2825970"/>
            <a:ext cx="10805597" cy="7802909"/>
          </a:xfrm>
          <a:prstGeom prst="rect">
            <a:avLst/>
          </a:prstGeom>
          <a:noFill/>
          <a:ln>
            <a:noFill/>
          </a:ln>
        </p:spPr>
      </p:pic>
      <p:pic>
        <p:nvPicPr>
          <p:cNvPr descr="Google Shape;169;p32" id="452" name="Google Shape;452;p62"/>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
        <p:nvSpPr>
          <p:cNvPr id="453" name="Google Shape;453;p62"/>
          <p:cNvSpPr txBox="1"/>
          <p:nvPr>
            <p:ph type="title"/>
          </p:nvPr>
        </p:nvSpPr>
        <p:spPr>
          <a:xfrm>
            <a:off x="1925900" y="2187600"/>
            <a:ext cx="9011100" cy="2286000"/>
          </a:xfrm>
          <a:prstGeom prst="rect">
            <a:avLst/>
          </a:prstGeom>
          <a:noFill/>
          <a:ln>
            <a:noFill/>
          </a:ln>
        </p:spPr>
        <p:txBody>
          <a:bodyPr anchorCtr="0" anchor="ctr" bIns="50800" lIns="50800" spcFirstLastPara="1" rIns="50800" wrap="square" tIns="50800">
            <a:normAutofit fontScale="90000"/>
          </a:bodyPr>
          <a:lstStyle/>
          <a:p>
            <a:pPr indent="0" lvl="0" marL="0" marR="0" rtl="0" algn="l">
              <a:lnSpc>
                <a:spcPct val="100000"/>
              </a:lnSpc>
              <a:spcBef>
                <a:spcPts val="0"/>
              </a:spcBef>
              <a:spcAft>
                <a:spcPts val="0"/>
              </a:spcAft>
              <a:buClr>
                <a:srgbClr val="FFFFFF"/>
              </a:buClr>
              <a:buSzPct val="100000"/>
              <a:buFont typeface="Helvetica Neue"/>
              <a:buNone/>
            </a:pPr>
            <a:r>
              <a:rPr b="1" lang="en-US" sz="8400">
                <a:latin typeface="Noto Sans"/>
                <a:ea typeface="Noto Sans"/>
                <a:cs typeface="Noto Sans"/>
                <a:sym typeface="Noto Sans"/>
              </a:rPr>
              <a:t>Community is in our DNA</a:t>
            </a:r>
            <a:endParaRPr b="1" sz="8400">
              <a:latin typeface="Noto Sans"/>
              <a:ea typeface="Noto Sans"/>
              <a:cs typeface="Noto Sans"/>
              <a:sym typeface="Noto Sans"/>
            </a:endParaRPr>
          </a:p>
        </p:txBody>
      </p:sp>
      <p:sp>
        <p:nvSpPr>
          <p:cNvPr id="454" name="Google Shape;454;p62"/>
          <p:cNvSpPr txBox="1"/>
          <p:nvPr>
            <p:ph idx="1" type="body"/>
          </p:nvPr>
        </p:nvSpPr>
        <p:spPr>
          <a:xfrm>
            <a:off x="1925900" y="4604175"/>
            <a:ext cx="9011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Drupal is built by a global community of many of the world’s best developers constantly reviewing code, making it the most secure web platform available.</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457200" lvl="0" marL="457200" rtl="0" algn="l">
              <a:lnSpc>
                <a:spcPct val="115000"/>
              </a:lnSpc>
              <a:spcBef>
                <a:spcPts val="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Community drives innovation </a:t>
            </a:r>
            <a:endParaRPr sz="3600">
              <a:solidFill>
                <a:schemeClr val="dk1"/>
              </a:solidFill>
              <a:latin typeface="Open Sans"/>
              <a:ea typeface="Open Sans"/>
              <a:cs typeface="Open Sans"/>
              <a:sym typeface="Open Sans"/>
            </a:endParaRPr>
          </a:p>
          <a:p>
            <a:pPr indent="-457200" lvl="0" marL="457200" rtl="0" algn="l">
              <a:lnSpc>
                <a:spcPct val="115000"/>
              </a:lnSpc>
              <a:spcBef>
                <a:spcPts val="100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Open source means you maintain ownership of your codebase and data</a:t>
            </a:r>
            <a:endParaRPr sz="3600">
              <a:solidFill>
                <a:schemeClr val="dk1"/>
              </a:solidFill>
              <a:latin typeface="Open Sans"/>
              <a:ea typeface="Open Sans"/>
              <a:cs typeface="Open Sans"/>
              <a:sym typeface="Open Sans"/>
            </a:endParaRPr>
          </a:p>
          <a:p>
            <a:pPr indent="-457200" lvl="0" marL="457200" rtl="0" algn="l">
              <a:lnSpc>
                <a:spcPct val="115000"/>
              </a:lnSpc>
              <a:spcBef>
                <a:spcPts val="100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Support is available from certified agency partners and a base of over 35k developers</a:t>
            </a:r>
            <a:endParaRPr sz="3600">
              <a:solidFill>
                <a:schemeClr val="dk1"/>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63"/>
          <p:cNvSpPr txBox="1"/>
          <p:nvPr>
            <p:ph type="title"/>
          </p:nvPr>
        </p:nvSpPr>
        <p:spPr>
          <a:xfrm>
            <a:off x="1778000" y="4528109"/>
            <a:ext cx="20828000" cy="2780182"/>
          </a:xfrm>
          <a:prstGeom prst="rect">
            <a:avLst/>
          </a:prstGeom>
          <a:noFill/>
          <a:ln>
            <a:noFill/>
          </a:ln>
        </p:spPr>
        <p:txBody>
          <a:bodyPr anchorCtr="0" anchor="b" bIns="50800" lIns="50800" spcFirstLastPara="1" rIns="50800" wrap="square" tIns="50800">
            <a:normAutofit/>
          </a:bodyPr>
          <a:lstStyle/>
          <a:p>
            <a:pPr indent="0" lvl="0" marL="0" marR="0" rtl="0" algn="ctr">
              <a:lnSpc>
                <a:spcPct val="80000"/>
              </a:lnSpc>
              <a:spcBef>
                <a:spcPts val="0"/>
              </a:spcBef>
              <a:spcAft>
                <a:spcPts val="0"/>
              </a:spcAft>
              <a:buClr>
                <a:srgbClr val="FFFFFF"/>
              </a:buClr>
              <a:buSzPts val="7200"/>
              <a:buFont typeface="Helvetica Neue"/>
              <a:buNone/>
            </a:pPr>
            <a:r>
              <a:rPr lang="en-US" sz="7200"/>
              <a:t>Lets talk about the unicorn</a:t>
            </a:r>
            <a:endParaRPr/>
          </a:p>
        </p:txBody>
      </p:sp>
      <p:pic>
        <p:nvPicPr>
          <p:cNvPr descr="blue slide.png" id="460" name="Google Shape;460;p63"/>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sp>
        <p:nvSpPr>
          <p:cNvPr id="461" name="Google Shape;461;p63"/>
          <p:cNvSpPr txBox="1"/>
          <p:nvPr/>
        </p:nvSpPr>
        <p:spPr>
          <a:xfrm>
            <a:off x="2784805" y="5594350"/>
            <a:ext cx="16833600" cy="13218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162C63"/>
              </a:buClr>
              <a:buSzPts val="9900"/>
              <a:buFont typeface="Helvetica Neue"/>
              <a:buNone/>
            </a:pPr>
            <a:r>
              <a:rPr b="1" lang="en-US" sz="9900">
                <a:solidFill>
                  <a:srgbClr val="162C63"/>
                </a:solidFill>
                <a:latin typeface="Helvetica Neue"/>
                <a:ea typeface="Helvetica Neue"/>
                <a:cs typeface="Helvetica Neue"/>
                <a:sym typeface="Helvetica Neue"/>
              </a:rPr>
              <a:t>Sub Title Slide</a:t>
            </a:r>
            <a:endParaRPr/>
          </a:p>
        </p:txBody>
      </p:sp>
      <p:pic>
        <p:nvPicPr>
          <p:cNvPr descr="Google Shape;169;p32" id="462" name="Google Shape;462;p63"/>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62C63"/>
        </a:solidFill>
      </p:bgPr>
    </p:bg>
    <p:spTree>
      <p:nvGrpSpPr>
        <p:cNvPr id="466" name="Shape 466"/>
        <p:cNvGrpSpPr/>
        <p:nvPr/>
      </p:nvGrpSpPr>
      <p:grpSpPr>
        <a:xfrm>
          <a:off x="0" y="0"/>
          <a:ext cx="0" cy="0"/>
          <a:chOff x="0" y="0"/>
          <a:chExt cx="0" cy="0"/>
        </a:xfrm>
      </p:grpSpPr>
      <p:pic>
        <p:nvPicPr>
          <p:cNvPr descr="Google Shape;120;p28" id="467" name="Google Shape;467;p64"/>
          <p:cNvPicPr preferRelativeResize="0"/>
          <p:nvPr/>
        </p:nvPicPr>
        <p:blipFill rotWithShape="1">
          <a:blip r:embed="rId3">
            <a:alphaModFix/>
          </a:blip>
          <a:srcRect b="0" l="0" r="0" t="0"/>
          <a:stretch/>
        </p:blipFill>
        <p:spPr>
          <a:xfrm>
            <a:off x="791101" y="1322212"/>
            <a:ext cx="22801800" cy="11071577"/>
          </a:xfrm>
          <a:prstGeom prst="rect">
            <a:avLst/>
          </a:prstGeom>
          <a:noFill/>
          <a:ln>
            <a:noFill/>
          </a:ln>
        </p:spPr>
      </p:pic>
      <p:sp>
        <p:nvSpPr>
          <p:cNvPr id="468" name="Google Shape;468;p64"/>
          <p:cNvSpPr txBox="1"/>
          <p:nvPr>
            <p:ph type="title"/>
          </p:nvPr>
        </p:nvSpPr>
        <p:spPr>
          <a:xfrm>
            <a:off x="3333172" y="2848669"/>
            <a:ext cx="16032000" cy="80187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10752"/>
              <a:buFont typeface="Helvetica Neue"/>
              <a:buNone/>
            </a:pPr>
            <a:r>
              <a:rPr lang="en-US" sz="10752"/>
              <a:t>Quote or Short Text</a:t>
            </a:r>
            <a:endParaRPr/>
          </a:p>
        </p:txBody>
      </p:sp>
      <p:pic>
        <p:nvPicPr>
          <p:cNvPr descr="Google Shape;169;p32" id="469" name="Google Shape;469;p64"/>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3" name="Shape 473"/>
        <p:cNvGrpSpPr/>
        <p:nvPr/>
      </p:nvGrpSpPr>
      <p:grpSpPr>
        <a:xfrm>
          <a:off x="0" y="0"/>
          <a:ext cx="0" cy="0"/>
          <a:chOff x="0" y="0"/>
          <a:chExt cx="0" cy="0"/>
        </a:xfrm>
      </p:grpSpPr>
      <p:sp>
        <p:nvSpPr>
          <p:cNvPr id="474" name="Google Shape;474;p65"/>
          <p:cNvSpPr txBox="1"/>
          <p:nvPr>
            <p:ph type="title"/>
          </p:nvPr>
        </p:nvSpPr>
        <p:spPr>
          <a:xfrm>
            <a:off x="1778000" y="4528109"/>
            <a:ext cx="20828100" cy="2780100"/>
          </a:xfrm>
          <a:prstGeom prst="rect">
            <a:avLst/>
          </a:prstGeom>
          <a:noFill/>
          <a:ln>
            <a:noFill/>
          </a:ln>
        </p:spPr>
        <p:txBody>
          <a:bodyPr anchorCtr="0" anchor="b" bIns="50800" lIns="50800" spcFirstLastPara="1" rIns="50800" wrap="square" tIns="50800">
            <a:normAutofit/>
          </a:bodyPr>
          <a:lstStyle/>
          <a:p>
            <a:pPr indent="0" lvl="0" marL="0" marR="0" rtl="0" algn="ctr">
              <a:lnSpc>
                <a:spcPct val="80000"/>
              </a:lnSpc>
              <a:spcBef>
                <a:spcPts val="0"/>
              </a:spcBef>
              <a:spcAft>
                <a:spcPts val="0"/>
              </a:spcAft>
              <a:buClr>
                <a:srgbClr val="FFFFFF"/>
              </a:buClr>
              <a:buSzPts val="7200"/>
              <a:buFont typeface="Helvetica Neue"/>
              <a:buNone/>
            </a:pPr>
            <a:r>
              <a:rPr lang="en-US" sz="7200"/>
              <a:t>Lets talk about the unicorn</a:t>
            </a:r>
            <a:endParaRPr/>
          </a:p>
        </p:txBody>
      </p:sp>
      <p:pic>
        <p:nvPicPr>
          <p:cNvPr descr="blue slide.png" id="475" name="Google Shape;475;p65"/>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pic>
        <p:nvPicPr>
          <p:cNvPr descr="Google Shape;169;p32" id="476" name="Google Shape;476;p65"/>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
        <p:nvSpPr>
          <p:cNvPr id="477" name="Google Shape;477;p65"/>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t/>
            </a:r>
            <a:endParaRPr sz="8400"/>
          </a:p>
        </p:txBody>
      </p:sp>
      <p:sp>
        <p:nvSpPr>
          <p:cNvPr id="478" name="Google Shape;478;p65"/>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Bullet 1</a:t>
            </a:r>
            <a:endParaRPr sz="4000"/>
          </a:p>
          <a:p>
            <a:pPr indent="-482600" lvl="0" marL="457200" rtl="0" algn="l">
              <a:lnSpc>
                <a:spcPct val="115000"/>
              </a:lnSpc>
              <a:spcBef>
                <a:spcPts val="0"/>
              </a:spcBef>
              <a:spcAft>
                <a:spcPts val="0"/>
              </a:spcAft>
              <a:buSzPts val="4000"/>
              <a:buChar char="•"/>
            </a:pPr>
            <a:r>
              <a:rPr lang="en-US" sz="4000"/>
              <a:t>Bullet 2</a:t>
            </a:r>
            <a:endParaRPr sz="4000"/>
          </a:p>
          <a:p>
            <a:pPr indent="-482600" lvl="0" marL="457200" rtl="0" algn="l">
              <a:lnSpc>
                <a:spcPct val="115000"/>
              </a:lnSpc>
              <a:spcBef>
                <a:spcPts val="0"/>
              </a:spcBef>
              <a:spcAft>
                <a:spcPts val="0"/>
              </a:spcAft>
              <a:buSzPts val="4000"/>
              <a:buChar char="•"/>
            </a:pPr>
            <a:r>
              <a:rPr lang="en-US" sz="4000"/>
              <a:t>Bullet 3</a:t>
            </a:r>
            <a:endParaRPr sz="4000"/>
          </a:p>
          <a:p>
            <a:pPr indent="0" lvl="0" marL="0" rtl="0" algn="l">
              <a:lnSpc>
                <a:spcPct val="115000"/>
              </a:lnSpc>
              <a:spcBef>
                <a:spcPts val="0"/>
              </a:spcBef>
              <a:spcAft>
                <a:spcPts val="0"/>
              </a:spcAft>
              <a:buNone/>
            </a:pPr>
            <a:r>
              <a:t/>
            </a:r>
            <a:endParaRPr sz="4000"/>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p>
        </p:txBody>
      </p:sp>
      <p:sp>
        <p:nvSpPr>
          <p:cNvPr id="479" name="Google Shape;479;p65"/>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rtl="0" algn="l">
              <a:spcBef>
                <a:spcPts val="0"/>
              </a:spcBef>
              <a:spcAft>
                <a:spcPts val="0"/>
              </a:spcAft>
              <a:buClr>
                <a:schemeClr val="dk1"/>
              </a:buClr>
              <a:buSzPts val="8400"/>
              <a:buFont typeface="Helvetica Neue"/>
              <a:buNone/>
            </a:pPr>
            <a:r>
              <a:rPr lang="en-US" sz="8400">
                <a:solidFill>
                  <a:schemeClr val="dk1"/>
                </a:solidFill>
              </a:rPr>
              <a:t>Two Column Title</a:t>
            </a:r>
            <a:endParaRPr/>
          </a:p>
        </p:txBody>
      </p:sp>
      <p:sp>
        <p:nvSpPr>
          <p:cNvPr id="480" name="Google Shape;480;p65"/>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Autofit/>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4" name="Shape 484"/>
        <p:cNvGrpSpPr/>
        <p:nvPr/>
      </p:nvGrpSpPr>
      <p:grpSpPr>
        <a:xfrm>
          <a:off x="0" y="0"/>
          <a:ext cx="0" cy="0"/>
          <a:chOff x="0" y="0"/>
          <a:chExt cx="0" cy="0"/>
        </a:xfrm>
      </p:grpSpPr>
      <p:sp>
        <p:nvSpPr>
          <p:cNvPr id="485" name="Google Shape;485;p66"/>
          <p:cNvSpPr txBox="1"/>
          <p:nvPr>
            <p:ph type="title"/>
          </p:nvPr>
        </p:nvSpPr>
        <p:spPr>
          <a:xfrm>
            <a:off x="1778000" y="4528109"/>
            <a:ext cx="20828100" cy="2780100"/>
          </a:xfrm>
          <a:prstGeom prst="rect">
            <a:avLst/>
          </a:prstGeom>
          <a:noFill/>
          <a:ln>
            <a:noFill/>
          </a:ln>
        </p:spPr>
        <p:txBody>
          <a:bodyPr anchorCtr="0" anchor="b" bIns="50800" lIns="50800" spcFirstLastPara="1" rIns="50800" wrap="square" tIns="50800">
            <a:normAutofit/>
          </a:bodyPr>
          <a:lstStyle/>
          <a:p>
            <a:pPr indent="0" lvl="0" marL="0" marR="0" rtl="0" algn="ctr">
              <a:lnSpc>
                <a:spcPct val="80000"/>
              </a:lnSpc>
              <a:spcBef>
                <a:spcPts val="0"/>
              </a:spcBef>
              <a:spcAft>
                <a:spcPts val="0"/>
              </a:spcAft>
              <a:buClr>
                <a:srgbClr val="FFFFFF"/>
              </a:buClr>
              <a:buSzPts val="7200"/>
              <a:buFont typeface="Helvetica Neue"/>
              <a:buNone/>
            </a:pPr>
            <a:r>
              <a:rPr lang="en-US" sz="7200"/>
              <a:t>Lets talk about the unicorn</a:t>
            </a:r>
            <a:endParaRPr/>
          </a:p>
        </p:txBody>
      </p:sp>
      <p:pic>
        <p:nvPicPr>
          <p:cNvPr descr="blue slide.png" id="486" name="Google Shape;486;p66"/>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pic>
        <p:nvPicPr>
          <p:cNvPr descr="Google Shape;169;p32" id="487" name="Google Shape;487;p66"/>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
        <p:nvSpPr>
          <p:cNvPr id="488" name="Google Shape;488;p66"/>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t/>
            </a:r>
            <a:endParaRPr sz="8400">
              <a:solidFill>
                <a:srgbClr val="162C63"/>
              </a:solidFill>
            </a:endParaRPr>
          </a:p>
        </p:txBody>
      </p:sp>
      <p:sp>
        <p:nvSpPr>
          <p:cNvPr id="489" name="Google Shape;489;p66"/>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1</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2</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3</a:t>
            </a:r>
            <a:endParaRPr sz="4000">
              <a:solidFill>
                <a:srgbClr val="162C63"/>
              </a:solidFill>
            </a:endParaRPr>
          </a:p>
          <a:p>
            <a:pPr indent="0" lvl="0" marL="0" rtl="0" algn="l">
              <a:lnSpc>
                <a:spcPct val="115000"/>
              </a:lnSpc>
              <a:spcBef>
                <a:spcPts val="0"/>
              </a:spcBef>
              <a:spcAft>
                <a:spcPts val="0"/>
              </a:spcAft>
              <a:buNone/>
            </a:pPr>
            <a:r>
              <a:t/>
            </a:r>
            <a:endParaRPr sz="4000">
              <a:solidFill>
                <a:srgbClr val="162C63"/>
              </a:solidFill>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solidFill>
                <a:srgbClr val="162C63"/>
              </a:solidFill>
            </a:endParaRPr>
          </a:p>
        </p:txBody>
      </p:sp>
      <p:sp>
        <p:nvSpPr>
          <p:cNvPr id="490" name="Google Shape;490;p66"/>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a:t>
            </a:r>
            <a:endParaRPr>
              <a:solidFill>
                <a:srgbClr val="162C63"/>
              </a:solidFill>
            </a:endParaRPr>
          </a:p>
        </p:txBody>
      </p:sp>
      <p:sp>
        <p:nvSpPr>
          <p:cNvPr id="491" name="Google Shape;491;p66"/>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gradFill>
          <a:gsLst>
            <a:gs pos="0">
              <a:srgbClr val="CCBAF4"/>
            </a:gs>
            <a:gs pos="100000">
              <a:srgbClr val="009CDE"/>
            </a:gs>
          </a:gsLst>
          <a:lin ang="5400000" scaled="0"/>
        </a:gradFill>
      </p:bgPr>
    </p:bg>
    <p:spTree>
      <p:nvGrpSpPr>
        <p:cNvPr id="495" name="Shape 495"/>
        <p:cNvGrpSpPr/>
        <p:nvPr/>
      </p:nvGrpSpPr>
      <p:grpSpPr>
        <a:xfrm>
          <a:off x="0" y="0"/>
          <a:ext cx="0" cy="0"/>
          <a:chOff x="0" y="0"/>
          <a:chExt cx="0" cy="0"/>
        </a:xfrm>
      </p:grpSpPr>
      <p:pic>
        <p:nvPicPr>
          <p:cNvPr descr="Google Shape;169;p32" id="496" name="Google Shape;496;p67"/>
          <p:cNvPicPr preferRelativeResize="0"/>
          <p:nvPr/>
        </p:nvPicPr>
        <p:blipFill rotWithShape="1">
          <a:blip r:embed="rId3">
            <a:alphaModFix/>
          </a:blip>
          <a:srcRect b="0" l="0" r="0" t="0"/>
          <a:stretch/>
        </p:blipFill>
        <p:spPr>
          <a:xfrm>
            <a:off x="22940988" y="12140769"/>
            <a:ext cx="755183" cy="989289"/>
          </a:xfrm>
          <a:prstGeom prst="rect">
            <a:avLst/>
          </a:prstGeom>
          <a:noFill/>
          <a:ln>
            <a:noFill/>
          </a:ln>
        </p:spPr>
      </p:pic>
      <p:sp>
        <p:nvSpPr>
          <p:cNvPr id="497" name="Google Shape;497;p67"/>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t>Title if needed</a:t>
            </a:r>
            <a:endParaRPr sz="8400"/>
          </a:p>
        </p:txBody>
      </p:sp>
      <p:sp>
        <p:nvSpPr>
          <p:cNvPr id="498" name="Google Shape;498;p67"/>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Bullet 1</a:t>
            </a:r>
            <a:endParaRPr sz="4000"/>
          </a:p>
          <a:p>
            <a:pPr indent="-482600" lvl="0" marL="457200" rtl="0" algn="l">
              <a:lnSpc>
                <a:spcPct val="115000"/>
              </a:lnSpc>
              <a:spcBef>
                <a:spcPts val="0"/>
              </a:spcBef>
              <a:spcAft>
                <a:spcPts val="0"/>
              </a:spcAft>
              <a:buSzPts val="4000"/>
              <a:buChar char="•"/>
            </a:pPr>
            <a:r>
              <a:rPr lang="en-US" sz="4000"/>
              <a:t>Bullet 2</a:t>
            </a:r>
            <a:endParaRPr sz="4000"/>
          </a:p>
          <a:p>
            <a:pPr indent="-482600" lvl="0" marL="457200" rtl="0" algn="l">
              <a:lnSpc>
                <a:spcPct val="115000"/>
              </a:lnSpc>
              <a:spcBef>
                <a:spcPts val="0"/>
              </a:spcBef>
              <a:spcAft>
                <a:spcPts val="0"/>
              </a:spcAft>
              <a:buSzPts val="4000"/>
              <a:buChar char="•"/>
            </a:pPr>
            <a:r>
              <a:rPr lang="en-US" sz="4000"/>
              <a:t>Bullet 3</a:t>
            </a:r>
            <a:endParaRPr sz="4000"/>
          </a:p>
          <a:p>
            <a:pPr indent="0" lvl="0" marL="0" rtl="0" algn="l">
              <a:lnSpc>
                <a:spcPct val="115000"/>
              </a:lnSpc>
              <a:spcBef>
                <a:spcPts val="0"/>
              </a:spcBef>
              <a:spcAft>
                <a:spcPts val="0"/>
              </a:spcAft>
              <a:buNone/>
            </a:pPr>
            <a:r>
              <a:t/>
            </a:r>
            <a:endParaRPr sz="4000"/>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p>
        </p:txBody>
      </p:sp>
      <p:sp>
        <p:nvSpPr>
          <p:cNvPr id="499" name="Google Shape;499;p67"/>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t>Title</a:t>
            </a:r>
            <a:endParaRPr/>
          </a:p>
        </p:txBody>
      </p:sp>
      <p:sp>
        <p:nvSpPr>
          <p:cNvPr id="500" name="Google Shape;500;p67"/>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gradFill>
          <a:gsLst>
            <a:gs pos="0">
              <a:srgbClr val="CCBAF4"/>
            </a:gs>
            <a:gs pos="100000">
              <a:srgbClr val="009CDE"/>
            </a:gs>
          </a:gsLst>
          <a:lin ang="5400012" scaled="0"/>
        </a:gradFill>
      </p:bgPr>
    </p:bg>
    <p:spTree>
      <p:nvGrpSpPr>
        <p:cNvPr id="504" name="Shape 504"/>
        <p:cNvGrpSpPr/>
        <p:nvPr/>
      </p:nvGrpSpPr>
      <p:grpSpPr>
        <a:xfrm>
          <a:off x="0" y="0"/>
          <a:ext cx="0" cy="0"/>
          <a:chOff x="0" y="0"/>
          <a:chExt cx="0" cy="0"/>
        </a:xfrm>
      </p:grpSpPr>
      <p:pic>
        <p:nvPicPr>
          <p:cNvPr descr="Google Shape;169;p32" id="505" name="Google Shape;505;p68"/>
          <p:cNvPicPr preferRelativeResize="0"/>
          <p:nvPr/>
        </p:nvPicPr>
        <p:blipFill rotWithShape="1">
          <a:blip r:embed="rId3">
            <a:alphaModFix/>
          </a:blip>
          <a:srcRect b="0" l="0" r="0" t="0"/>
          <a:stretch/>
        </p:blipFill>
        <p:spPr>
          <a:xfrm>
            <a:off x="22940988" y="12140769"/>
            <a:ext cx="755183" cy="989289"/>
          </a:xfrm>
          <a:prstGeom prst="rect">
            <a:avLst/>
          </a:prstGeom>
          <a:noFill/>
          <a:ln>
            <a:noFill/>
          </a:ln>
        </p:spPr>
      </p:pic>
      <p:sp>
        <p:nvSpPr>
          <p:cNvPr id="506" name="Google Shape;506;p68"/>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 if needed</a:t>
            </a:r>
            <a:endParaRPr sz="8400">
              <a:solidFill>
                <a:srgbClr val="162C63"/>
              </a:solidFill>
            </a:endParaRPr>
          </a:p>
        </p:txBody>
      </p:sp>
      <p:sp>
        <p:nvSpPr>
          <p:cNvPr id="507" name="Google Shape;507;p68"/>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Autofit/>
          </a:bodyPr>
          <a:lstStyle/>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1</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2</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3</a:t>
            </a:r>
            <a:endParaRPr sz="4000">
              <a:solidFill>
                <a:srgbClr val="162C63"/>
              </a:solidFill>
            </a:endParaRPr>
          </a:p>
          <a:p>
            <a:pPr indent="0" lvl="0" marL="0" rtl="0" algn="l">
              <a:lnSpc>
                <a:spcPct val="115000"/>
              </a:lnSpc>
              <a:spcBef>
                <a:spcPts val="0"/>
              </a:spcBef>
              <a:spcAft>
                <a:spcPts val="0"/>
              </a:spcAft>
              <a:buNone/>
            </a:pPr>
            <a:r>
              <a:t/>
            </a:r>
            <a:endParaRPr sz="4000">
              <a:solidFill>
                <a:srgbClr val="162C63"/>
              </a:solidFill>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solidFill>
                <a:srgbClr val="162C63"/>
              </a:solidFill>
            </a:endParaRPr>
          </a:p>
        </p:txBody>
      </p:sp>
      <p:sp>
        <p:nvSpPr>
          <p:cNvPr id="508" name="Google Shape;508;p68"/>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a:t>
            </a:r>
            <a:endParaRPr>
              <a:solidFill>
                <a:srgbClr val="162C63"/>
              </a:solidFill>
            </a:endParaRPr>
          </a:p>
        </p:txBody>
      </p:sp>
      <p:sp>
        <p:nvSpPr>
          <p:cNvPr id="509" name="Google Shape;509;p68"/>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Autofit/>
          </a:bodyPr>
          <a:lstStyle/>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514" name="Shape 514"/>
        <p:cNvGrpSpPr/>
        <p:nvPr/>
      </p:nvGrpSpPr>
      <p:grpSpPr>
        <a:xfrm>
          <a:off x="0" y="0"/>
          <a:ext cx="0" cy="0"/>
          <a:chOff x="0" y="0"/>
          <a:chExt cx="0" cy="0"/>
        </a:xfrm>
      </p:grpSpPr>
      <p:pic>
        <p:nvPicPr>
          <p:cNvPr descr="preencoded.png" id="515" name="Google Shape;515;p69"/>
          <p:cNvPicPr preferRelativeResize="0"/>
          <p:nvPr/>
        </p:nvPicPr>
        <p:blipFill rotWithShape="1">
          <a:blip r:embed="rId3">
            <a:alphaModFix/>
          </a:blip>
          <a:srcRect b="0" l="0" r="0" t="0"/>
          <a:stretch/>
        </p:blipFill>
        <p:spPr>
          <a:xfrm>
            <a:off x="1615071" y="1809405"/>
            <a:ext cx="20164768" cy="9791147"/>
          </a:xfrm>
          <a:prstGeom prst="rect">
            <a:avLst/>
          </a:prstGeom>
          <a:noFill/>
          <a:ln>
            <a:noFill/>
          </a:ln>
        </p:spPr>
      </p:pic>
      <p:sp>
        <p:nvSpPr>
          <p:cNvPr id="516" name="Google Shape;516;p69"/>
          <p:cNvSpPr/>
          <p:nvPr/>
        </p:nvSpPr>
        <p:spPr>
          <a:xfrm>
            <a:off x="3035300" y="3144033"/>
            <a:ext cx="7874400" cy="3231900"/>
          </a:xfrm>
          <a:prstGeom prst="rect">
            <a:avLst/>
          </a:prstGeom>
          <a:noFill/>
          <a:ln>
            <a:noFill/>
          </a:ln>
        </p:spPr>
        <p:txBody>
          <a:bodyPr anchorCtr="0" anchor="t" bIns="0" lIns="0" spcFirstLastPara="1" rIns="0" wrap="square" tIns="0">
            <a:noAutofit/>
          </a:bodyPr>
          <a:lstStyle/>
          <a:p>
            <a:pPr indent="0" lvl="0" marL="0" rtl="0" algn="l">
              <a:lnSpc>
                <a:spcPct val="134375"/>
              </a:lnSpc>
              <a:spcBef>
                <a:spcPts val="0"/>
              </a:spcBef>
              <a:spcAft>
                <a:spcPts val="0"/>
              </a:spcAft>
              <a:buNone/>
            </a:pPr>
            <a:r>
              <a:rPr lang="en-US" sz="6400">
                <a:solidFill>
                  <a:srgbClr val="121111"/>
                </a:solidFill>
                <a:latin typeface="Helvetica Neue"/>
                <a:ea typeface="Helvetica Neue"/>
                <a:cs typeface="Helvetica Neue"/>
                <a:sym typeface="Helvetica Neue"/>
              </a:rPr>
              <a:t>Drupal is the leading open CMS that gives you the power to bring your brand to life with innovative digital experiences. With its flexible, API-first approach, Drupal is the foundation of your scalable, secure and privacy-centric DXP.</a:t>
            </a:r>
            <a:endParaRPr sz="6400">
              <a:solidFill>
                <a:srgbClr val="121111"/>
              </a:solidFill>
              <a:latin typeface="Helvetica Neue"/>
              <a:ea typeface="Helvetica Neue"/>
              <a:cs typeface="Helvetica Neue"/>
              <a:sym typeface="Helvetica Neue"/>
            </a:endParaRPr>
          </a:p>
          <a:p>
            <a:pPr indent="0" lvl="0" marL="0" rtl="0" algn="l">
              <a:lnSpc>
                <a:spcPct val="134375"/>
              </a:lnSpc>
              <a:spcBef>
                <a:spcPts val="0"/>
              </a:spcBef>
              <a:spcAft>
                <a:spcPts val="0"/>
              </a:spcAft>
              <a:buNone/>
            </a:pPr>
            <a:r>
              <a:t/>
            </a:r>
            <a:endParaRPr sz="6400">
              <a:solidFill>
                <a:srgbClr val="121111"/>
              </a:solidFill>
              <a:latin typeface="Helvetica Neue"/>
              <a:ea typeface="Helvetica Neue"/>
              <a:cs typeface="Helvetica Neue"/>
              <a:sym typeface="Helvetica Neue"/>
            </a:endParaRPr>
          </a:p>
          <a:p>
            <a:pPr indent="0" lvl="0" marL="0" marR="0" rtl="0" algn="l">
              <a:lnSpc>
                <a:spcPct val="134375"/>
              </a:lnSpc>
              <a:spcBef>
                <a:spcPts val="0"/>
              </a:spcBef>
              <a:spcAft>
                <a:spcPts val="0"/>
              </a:spcAft>
              <a:buClr>
                <a:srgbClr val="121111"/>
              </a:buClr>
              <a:buSzPts val="6400"/>
              <a:buFont typeface="Poppins Medium"/>
              <a:buNone/>
            </a:pPr>
            <a:r>
              <a:t/>
            </a:r>
            <a:endParaRPr sz="6400">
              <a:solidFill>
                <a:srgbClr val="121111"/>
              </a:solidFill>
              <a:latin typeface="Helvetica Neue"/>
              <a:ea typeface="Helvetica Neue"/>
              <a:cs typeface="Helvetica Neue"/>
              <a:sym typeface="Helvetica Neue"/>
            </a:endParaRPr>
          </a:p>
        </p:txBody>
      </p:sp>
      <p:pic>
        <p:nvPicPr>
          <p:cNvPr id="517" name="Google Shape;517;p69"/>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1" name="Shape 521"/>
        <p:cNvGrpSpPr/>
        <p:nvPr/>
      </p:nvGrpSpPr>
      <p:grpSpPr>
        <a:xfrm>
          <a:off x="0" y="0"/>
          <a:ext cx="0" cy="0"/>
          <a:chOff x="0" y="0"/>
          <a:chExt cx="0" cy="0"/>
        </a:xfrm>
      </p:grpSpPr>
      <p:pic>
        <p:nvPicPr>
          <p:cNvPr descr="darkblue.png" id="522" name="Google Shape;522;p70"/>
          <p:cNvPicPr preferRelativeResize="0"/>
          <p:nvPr/>
        </p:nvPicPr>
        <p:blipFill rotWithShape="1">
          <a:blip r:embed="rId3">
            <a:alphaModFix/>
          </a:blip>
          <a:srcRect b="0" l="0" r="0" t="0"/>
          <a:stretch/>
        </p:blipFill>
        <p:spPr>
          <a:xfrm>
            <a:off x="380750" y="2479596"/>
            <a:ext cx="12383365" cy="8756808"/>
          </a:xfrm>
          <a:prstGeom prst="rect">
            <a:avLst/>
          </a:prstGeom>
          <a:noFill/>
          <a:ln>
            <a:noFill/>
          </a:ln>
        </p:spPr>
      </p:pic>
      <p:sp>
        <p:nvSpPr>
          <p:cNvPr id="523" name="Google Shape;523;p70"/>
          <p:cNvSpPr txBox="1"/>
          <p:nvPr>
            <p:ph idx="4294967295" type="body"/>
          </p:nvPr>
        </p:nvSpPr>
        <p:spPr>
          <a:xfrm>
            <a:off x="2961548" y="4334271"/>
            <a:ext cx="7887300" cy="5454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7300"/>
              <a:buFont typeface="Helvetica Neue"/>
              <a:buNone/>
            </a:pPr>
            <a:r>
              <a:rPr lang="en-US" sz="7300"/>
              <a:t>Active makers</a:t>
            </a:r>
            <a:endParaRPr/>
          </a:p>
        </p:txBody>
      </p:sp>
      <p:pic>
        <p:nvPicPr>
          <p:cNvPr descr="Google Shape;169;p32" id="524" name="Google Shape;524;p70"/>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id="525" name="Google Shape;525;p70"/>
          <p:cNvPicPr preferRelativeResize="0"/>
          <p:nvPr/>
        </p:nvPicPr>
        <p:blipFill>
          <a:blip r:embed="rId5">
            <a:alphaModFix/>
          </a:blip>
          <a:stretch>
            <a:fillRect/>
          </a:stretch>
        </p:blipFill>
        <p:spPr>
          <a:xfrm>
            <a:off x="22902343" y="11941351"/>
            <a:ext cx="879033" cy="1152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FFFFFF"/>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