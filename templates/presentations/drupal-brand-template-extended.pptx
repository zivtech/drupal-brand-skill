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49.xml" ContentType="application/vnd.openxmlformats-officedocument.presentationml.slide+xml"/>
  <Override PartName="/ppt/slides/slide5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82"/>
    <p:sldId id="305" r:id="rId83"/>
  </p:sldIdLst>
  <p:sldSz cy="13716000" cx="24384000"/>
  <p:notesSz cx="6858000" cy="9144000"/>
  <p:embeddedFontLst>
    <p:embeddedFont>
      <p:font typeface="Poppins"/>
      <p:regular r:id="rId54"/>
      <p:bold r:id="rId55"/>
      <p:italic r:id="rId56"/>
      <p:boldItalic r:id="rId57"/>
    </p:embeddedFont>
    <p:embeddedFont>
      <p:font typeface="Noto Sans"/>
      <p:regular r:id="rId58"/>
      <p:bold r:id="rId59"/>
      <p:italic r:id="rId60"/>
      <p:boldItalic r:id="rId61"/>
    </p:embeddedFont>
    <p:embeddedFont>
      <p:font typeface="Noto Sans SemiBold"/>
      <p:regular r:id="rId62"/>
      <p:bold r:id="rId63"/>
      <p:italic r:id="rId64"/>
      <p:boldItalic r:id="rId65"/>
    </p:embeddedFont>
    <p:embeddedFont>
      <p:font typeface="Montserrat Light"/>
      <p:regular r:id="rId66"/>
      <p:bold r:id="rId67"/>
      <p:italic r:id="rId68"/>
      <p:boldItalic r:id="rId69"/>
    </p:embeddedFont>
    <p:embeddedFont>
      <p:font typeface="Helvetica Neue"/>
      <p:regular r:id="rId70"/>
      <p:bold r:id="rId71"/>
      <p:italic r:id="rId72"/>
      <p:boldItalic r:id="rId73"/>
    </p:embeddedFont>
    <p:embeddedFont>
      <p:font typeface="Noto Sans Light"/>
      <p:regular r:id="rId74"/>
      <p:bold r:id="rId75"/>
      <p:italic r:id="rId76"/>
      <p:boldItalic r:id="rId77"/>
    </p:embeddedFont>
    <p:embeddedFont>
      <p:font typeface="Open Sans"/>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747775"/>
          </p15:clr>
        </p15:guide>
        <p15:guide id="2" pos="76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font" Target="fonts/Poppins-regular.fntdata"/><Relationship Id="rId55" Type="http://schemas.openxmlformats.org/officeDocument/2006/relationships/font" Target="fonts/Poppins-bold.fntdata"/><Relationship Id="rId56" Type="http://schemas.openxmlformats.org/officeDocument/2006/relationships/font" Target="fonts/Poppins-italic.fntdata"/><Relationship Id="rId57" Type="http://schemas.openxmlformats.org/officeDocument/2006/relationships/font" Target="fonts/Poppins-boldItalic.fntdata"/><Relationship Id="rId58" Type="http://schemas.openxmlformats.org/officeDocument/2006/relationships/font" Target="fonts/NotoSans-regular.fntdata"/><Relationship Id="rId59" Type="http://schemas.openxmlformats.org/officeDocument/2006/relationships/font" Target="fonts/NotoSans-bold.fntdata"/><Relationship Id="rId60" Type="http://schemas.openxmlformats.org/officeDocument/2006/relationships/font" Target="fonts/NotoSans-italic.fntdata"/><Relationship Id="rId61" Type="http://schemas.openxmlformats.org/officeDocument/2006/relationships/font" Target="fonts/NotoSans-boldItalic.fntdata"/><Relationship Id="rId62" Type="http://schemas.openxmlformats.org/officeDocument/2006/relationships/font" Target="fonts/NotoSansSemiBold-regular.fntdata"/><Relationship Id="rId63" Type="http://schemas.openxmlformats.org/officeDocument/2006/relationships/font" Target="fonts/NotoSansSemiBold-bold.fntdata"/><Relationship Id="rId64" Type="http://schemas.openxmlformats.org/officeDocument/2006/relationships/font" Target="fonts/NotoSansSemiBold-italic.fntdata"/><Relationship Id="rId65" Type="http://schemas.openxmlformats.org/officeDocument/2006/relationships/font" Target="fonts/NotoSansSemiBold-boldItalic.fntdata"/><Relationship Id="rId66" Type="http://schemas.openxmlformats.org/officeDocument/2006/relationships/font" Target="fonts/MontserratLight-regular.fntdata"/><Relationship Id="rId67" Type="http://schemas.openxmlformats.org/officeDocument/2006/relationships/font" Target="fonts/MontserratLight-bold.fntdata"/><Relationship Id="rId68" Type="http://schemas.openxmlformats.org/officeDocument/2006/relationships/font" Target="fonts/MontserratLight-italic.fntdata"/><Relationship Id="rId69" Type="http://schemas.openxmlformats.org/officeDocument/2006/relationships/font" Target="fonts/MontserratLight-boldItalic.fntdata"/><Relationship Id="rId70" Type="http://schemas.openxmlformats.org/officeDocument/2006/relationships/font" Target="fonts/HelveticaNeue-regular.fntdata"/><Relationship Id="rId71" Type="http://schemas.openxmlformats.org/officeDocument/2006/relationships/font" Target="fonts/HelveticaNeue-bold.fntdata"/><Relationship Id="rId72" Type="http://schemas.openxmlformats.org/officeDocument/2006/relationships/font" Target="fonts/HelveticaNeue-italic.fntdata"/><Relationship Id="rId73" Type="http://schemas.openxmlformats.org/officeDocument/2006/relationships/font" Target="fonts/HelveticaNeue-boldItalic.fntdata"/><Relationship Id="rId74" Type="http://schemas.openxmlformats.org/officeDocument/2006/relationships/font" Target="fonts/NotoSansLight-regular.fntdata"/><Relationship Id="rId75" Type="http://schemas.openxmlformats.org/officeDocument/2006/relationships/font" Target="fonts/NotoSansLight-bold.fntdata"/><Relationship Id="rId76" Type="http://schemas.openxmlformats.org/officeDocument/2006/relationships/font" Target="fonts/NotoSansLight-italic.fntdata"/><Relationship Id="rId77" Type="http://schemas.openxmlformats.org/officeDocument/2006/relationships/font" Target="fonts/NotoSansLight-boldItalic.fntdata"/><Relationship Id="rId78" Type="http://schemas.openxmlformats.org/officeDocument/2006/relationships/font" Target="fonts/OpenSans-regular.fntdata"/><Relationship Id="rId79" Type="http://schemas.openxmlformats.org/officeDocument/2006/relationships/font" Target="fonts/OpenSans-bold.fntdata"/><Relationship Id="rId80" Type="http://schemas.openxmlformats.org/officeDocument/2006/relationships/font" Target="fonts/OpenSans-italic.fntdata"/><Relationship Id="rId81" Type="http://schemas.openxmlformats.org/officeDocument/2006/relationships/font" Target="fonts/OpenSans-boldItalic.fntdata"/><Relationship Id="rId82" Type="http://schemas.openxmlformats.org/officeDocument/2006/relationships/slide" Target="slides/slide49.xml"/><Relationship Id="rId83"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1pPr>
            <a:lvl2pPr indent="-228600" lvl="1" marL="914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2pPr>
            <a:lvl3pPr indent="-228600" lvl="2" marL="1371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3pPr>
            <a:lvl4pPr indent="-228600" lvl="3" marL="1828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4pPr>
            <a:lvl5pPr indent="-228600" lvl="4" marL="22860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5pPr>
            <a:lvl6pPr indent="-228600" lvl="5" marL="2743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6pPr>
            <a:lvl7pPr indent="-228600" lvl="6" marL="3200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7pPr>
            <a:lvl8pPr indent="-228600" lvl="7" marL="3657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8pPr>
            <a:lvl9pPr indent="-228600" lvl="8" marL="4114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10f6d2644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g2d10f6d2644_0_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117999"/>
              </a:lnSpc>
              <a:spcBef>
                <a:spcPts val="0"/>
              </a:spcBef>
              <a:spcAft>
                <a:spcPts val="0"/>
              </a:spcAft>
              <a:buSzPts val="1400"/>
              <a:buChar char="-"/>
            </a:pPr>
            <a:r>
              <a:rPr lang="en-US" sz="1400"/>
              <a:t>2-3 instruction slides</a:t>
            </a:r>
            <a:endParaRPr sz="1400"/>
          </a:p>
          <a:p>
            <a:pPr indent="-317500" lvl="0" marL="457200" rtl="0" algn="l">
              <a:lnSpc>
                <a:spcPct val="117999"/>
              </a:lnSpc>
              <a:spcBef>
                <a:spcPts val="0"/>
              </a:spcBef>
              <a:spcAft>
                <a:spcPts val="0"/>
              </a:spcAft>
              <a:buSzPts val="1400"/>
              <a:buChar char="-"/>
            </a:pPr>
            <a:r>
              <a:rPr lang="en-US" sz="1400"/>
              <a:t>rebuild image with circles?</a:t>
            </a:r>
            <a:endParaRPr sz="1400"/>
          </a:p>
          <a:p>
            <a:pPr indent="-317500" lvl="0" marL="457200" rtl="0" algn="l">
              <a:lnSpc>
                <a:spcPct val="117999"/>
              </a:lnSpc>
              <a:spcBef>
                <a:spcPts val="0"/>
              </a:spcBef>
              <a:spcAft>
                <a:spcPts val="0"/>
              </a:spcAft>
              <a:buSzPts val="1400"/>
              <a:buChar char="-"/>
            </a:pPr>
            <a:r>
              <a:rPr lang="en-US" sz="1400"/>
              <a:t>Flicker link?</a:t>
            </a:r>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f7b61a953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f7b61a9531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f7b61a9531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f7b61a9531_0_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800"/>
              <a:t>What Drupal is - a CMS foundation for your digital presense</a:t>
            </a:r>
            <a:endParaRPr sz="18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f7b61a9531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f7b61a9531_0_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Talk about the fit between Drupal and the org you’re talking to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That our organisations that are some of the largest users of Drupal are not just using the software, they are also actively contributing to the project. </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I took an example from Drupal.org where we measure contribution and like we see as an example, the European Commission has over 79 people registered on Drupal.org.</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remains unique in the open source world for the power of our contribution credit system. All kinds of contribution activity on Drupal.org can be attributed to individuals and organizations, giving us important insight into the ecosystem that drives contribution.</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This contribution system also plays an important role in promoting individuals, companies and organizations who give back to the project and community. We use an organization's contribution history to rank them in the Drupal.org marketplace, and an individual's contribution history is a powerful tool for organizations to find talent, and for Drupal contributors to find work.</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Our credit system is designed so that only project maintainers can ultimately grant credit. This means that there is always an element of human review.</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f7b61a953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f7b61a9531_0_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d9c518b3d7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d9c518b3d7_1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d9c518b3d7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d9c518b3d7_3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d9c518b3d7_1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d9c518b3d7_1_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d1209b7ee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d1209b7ee6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Faster time to market because the exact marketing integrations you need are already available; Drupal can integrate seamlessly with your CRM, marketing automation software, eCommerce, and digital marketing tools. </a:t>
            </a:r>
            <a:endParaRPr sz="18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f7b61a9531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f7b61a9531_0_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d1209b7ee6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d1209b7ee6_0_8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f7b61a953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f7b61a9531_0_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d9c518b3d7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d9c518b3d7_1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d1209b7ee6_0_7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d1209b7ee6_0_78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d9c518b3d7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d9c518b3d7_1_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Flexible information architecture means you can customize your platform around the needs of your users and your business goals - user experience leads your strategy, not the platform</a:t>
            </a:r>
            <a:endParaRPr sz="1100">
              <a:solidFill>
                <a:schemeClr val="dk1"/>
              </a:solidFill>
              <a:latin typeface="Noto Sans"/>
              <a:ea typeface="Noto Sans"/>
              <a:cs typeface="Noto Sans"/>
              <a:sym typeface="Noto Sans"/>
            </a:endParaRPr>
          </a:p>
          <a:p>
            <a:pPr indent="0" lvl="0" marL="0" rtl="0" algn="l">
              <a:spcBef>
                <a:spcPts val="0"/>
              </a:spcBef>
              <a:spcAft>
                <a:spcPts val="0"/>
              </a:spcAft>
              <a:buNone/>
            </a:pPr>
            <a:r>
              <a:t/>
            </a:r>
            <a:endParaRPr sz="18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d9c518b3d7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d9c518b3d7_3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Flexible information architecture means you can customize your platform around the needs of your users and your business goals - user experience leads your strategy, not the platform</a:t>
            </a:r>
            <a:endParaRPr sz="1100">
              <a:solidFill>
                <a:schemeClr val="dk1"/>
              </a:solidFill>
              <a:latin typeface="Noto Sans"/>
              <a:ea typeface="Noto Sans"/>
              <a:cs typeface="Noto Sans"/>
              <a:sym typeface="Noto Sans"/>
            </a:endParaRPr>
          </a:p>
          <a:p>
            <a:pPr indent="0" lvl="0" marL="0" rtl="0" algn="l">
              <a:spcBef>
                <a:spcPts val="0"/>
              </a:spcBef>
              <a:spcAft>
                <a:spcPts val="0"/>
              </a:spcAft>
              <a:buNone/>
            </a:pPr>
            <a:r>
              <a:t/>
            </a:r>
            <a:endParaRPr sz="1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f7b61a953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f7b61a9531_0_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Flexible information architecture means you can customize your platform around the needs of your users and your business goals - user experience leads your strategy, not the platform</a:t>
            </a:r>
            <a:endParaRPr sz="1100">
              <a:solidFill>
                <a:schemeClr val="dk1"/>
              </a:solidFill>
              <a:latin typeface="Noto Sans"/>
              <a:ea typeface="Noto Sans"/>
              <a:cs typeface="Noto Sans"/>
              <a:sym typeface="Noto Sans"/>
            </a:endParaRPr>
          </a:p>
          <a:p>
            <a:pPr indent="0" lvl="0" marL="0" rtl="0" algn="l">
              <a:spcBef>
                <a:spcPts val="0"/>
              </a:spcBef>
              <a:spcAft>
                <a:spcPts val="0"/>
              </a:spcAft>
              <a:buNone/>
            </a:pPr>
            <a:r>
              <a:t/>
            </a:r>
            <a:endParaRPr sz="18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d1209b7ee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d1209b7ee6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800"/>
              <a:t>Digital management tools for editors: with reusable media and publication workflows, marketing teams have the latest tools at their fingertips – including content governance and revision tracking, built-in multilingual content and translation workflows, and dynamic aggregation and content curation features.</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t/>
            </a:r>
            <a:endParaRPr sz="18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7029c1fa2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7029c1fa25_1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Available in dozens of languages</a:t>
            </a:r>
            <a:endParaRPr sz="1100">
              <a:solidFill>
                <a:schemeClr val="dk1"/>
              </a:solidFill>
              <a:latin typeface="Noto Sans"/>
              <a:ea typeface="Noto Sans"/>
              <a:cs typeface="Noto Sans"/>
              <a:sym typeface="Noto Sans"/>
            </a:endParaRPr>
          </a:p>
          <a:p>
            <a:pPr indent="0" lvl="0" marL="0" rtl="0" algn="l">
              <a:spcBef>
                <a:spcPts val="0"/>
              </a:spcBef>
              <a:spcAft>
                <a:spcPts val="0"/>
              </a:spcAft>
              <a:buNone/>
            </a:pPr>
            <a:r>
              <a:t/>
            </a:r>
            <a:endParaRPr sz="18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f7b61a9531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f7b61a9531_0_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latin typeface="Noto Sans"/>
                <a:ea typeface="Noto Sans"/>
                <a:cs typeface="Noto Sans"/>
                <a:sym typeface="Noto Sans"/>
              </a:rPr>
              <a:t>Drupal comes with many accessibility features by default, such as semantic HTML5 elements and ARIA landmarks, which help screen readers and other assistive technologies better interpret web pages.</a:t>
            </a:r>
            <a:br>
              <a:rPr lang="en-US" sz="1100">
                <a:solidFill>
                  <a:schemeClr val="dk1"/>
                </a:solidFill>
                <a:latin typeface="Noto Sans"/>
                <a:ea typeface="Noto Sans"/>
                <a:cs typeface="Noto Sans"/>
                <a:sym typeface="Noto Sans"/>
              </a:rPr>
            </a:br>
            <a:r>
              <a:rPr lang="en-US" sz="1100">
                <a:solidFill>
                  <a:schemeClr val="dk1"/>
                </a:solidFill>
                <a:latin typeface="Noto Sans"/>
                <a:ea typeface="Noto Sans"/>
                <a:cs typeface="Noto Sans"/>
                <a:sym typeface="Noto Sans"/>
              </a:rPr>
              <a:t> Drupal has a strong commitment to meeting WCAG and ATAG compliance</a:t>
            </a:r>
            <a:br>
              <a:rPr lang="en-US" sz="1100">
                <a:solidFill>
                  <a:schemeClr val="dk1"/>
                </a:solidFill>
                <a:latin typeface="Noto Sans"/>
                <a:ea typeface="Noto Sans"/>
                <a:cs typeface="Noto Sans"/>
                <a:sym typeface="Noto Sans"/>
              </a:rPr>
            </a:br>
            <a:r>
              <a:rPr lang="en-US" sz="1100">
                <a:solidFill>
                  <a:schemeClr val="dk1"/>
                </a:solidFill>
                <a:latin typeface="Noto Sans"/>
                <a:ea typeface="Noto Sans"/>
                <a:cs typeface="Noto Sans"/>
                <a:sym typeface="Noto Sans"/>
              </a:rPr>
              <a:t>Content creators and editor can easily create </a:t>
            </a:r>
            <a:r>
              <a:rPr lang="en-US" sz="1100">
                <a:solidFill>
                  <a:schemeClr val="dk1"/>
                </a:solidFill>
                <a:latin typeface="Noto Sans"/>
                <a:ea typeface="Noto Sans"/>
                <a:cs typeface="Noto Sans"/>
                <a:sym typeface="Noto Sans"/>
              </a:rPr>
              <a:t>accessible</a:t>
            </a:r>
            <a:r>
              <a:rPr lang="en-US" sz="1100">
                <a:solidFill>
                  <a:schemeClr val="dk1"/>
                </a:solidFill>
                <a:latin typeface="Noto Sans"/>
                <a:ea typeface="Noto Sans"/>
                <a:cs typeface="Noto Sans"/>
                <a:sym typeface="Noto Sans"/>
              </a:rPr>
              <a:t> content by default</a:t>
            </a:r>
            <a:endParaRPr sz="18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f7b61a953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f7b61a9531_0_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Noto Sans"/>
                <a:ea typeface="Noto Sans"/>
                <a:cs typeface="Noto Sans"/>
                <a:sym typeface="Noto Sans"/>
              </a:rPr>
              <a:t>Add next-generation technologies like AI when you need them</a:t>
            </a:r>
            <a:endParaRPr sz="1100">
              <a:solidFill>
                <a:schemeClr val="dk1"/>
              </a:solidFill>
              <a:latin typeface="Noto Sans"/>
              <a:ea typeface="Noto Sans"/>
              <a:cs typeface="Noto Sans"/>
              <a:sym typeface="Noto Sans"/>
            </a:endParaRPr>
          </a:p>
          <a:p>
            <a:pPr indent="0" lvl="0" marL="0" rtl="0" algn="l">
              <a:spcBef>
                <a:spcPts val="1000"/>
              </a:spcBef>
              <a:spcAft>
                <a:spcPts val="0"/>
              </a:spcAft>
              <a:buNone/>
            </a:pPr>
            <a:r>
              <a:t/>
            </a:r>
            <a:endParaRPr sz="18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f7b61a953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f7b61a9531_0_1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f7b61a953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f7b61a9531_0_2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d1209b7ee6_0_168:notes"/>
          <p:cNvSpPr/>
          <p:nvPr>
            <p:ph idx="2" type="sldImg"/>
          </p:nvPr>
        </p:nvSpPr>
        <p:spPr>
          <a:xfrm>
            <a:off x="425885"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2d1209b7ee6_0_168:notes"/>
          <p:cNvSpPr txBox="1"/>
          <p:nvPr>
            <p:ph idx="1" type="body"/>
          </p:nvPr>
        </p:nvSpPr>
        <p:spPr>
          <a:xfrm>
            <a:off x="450937" y="2200275"/>
            <a:ext cx="3607500" cy="1800300"/>
          </a:xfrm>
          <a:prstGeom prst="rect">
            <a:avLst/>
          </a:prstGeom>
          <a:noFill/>
          <a:ln>
            <a:noFill/>
          </a:ln>
        </p:spPr>
        <p:txBody>
          <a:bodyPr anchorCtr="0" anchor="t" bIns="27650" lIns="55325" spcFirstLastPara="1" rIns="55325" wrap="square" tIns="27650">
            <a:noAutofit/>
          </a:bodyPr>
          <a:lstStyle/>
          <a:p>
            <a:pPr indent="-298450" lvl="0" marL="457200" rtl="0" algn="l">
              <a:lnSpc>
                <a:spcPct val="104166"/>
              </a:lnSpc>
              <a:spcBef>
                <a:spcPts val="0"/>
              </a:spcBef>
              <a:spcAft>
                <a:spcPts val="0"/>
              </a:spcAft>
              <a:buClr>
                <a:schemeClr val="dk1"/>
              </a:buClr>
              <a:buSzPts val="1100"/>
              <a:buFont typeface="Noto Sans Symbols"/>
              <a:buChar char="●"/>
            </a:pPr>
            <a:r>
              <a:rPr lang="en-US" sz="1100">
                <a:solidFill>
                  <a:schemeClr val="dk1"/>
                </a:solidFill>
                <a:latin typeface="Arial"/>
                <a:ea typeface="Arial"/>
                <a:cs typeface="Arial"/>
                <a:sym typeface="Arial"/>
              </a:rPr>
              <a:t>Community-supported software (lots of “eyes on the code”)</a:t>
            </a:r>
            <a:endParaRPr sz="1100">
              <a:solidFill>
                <a:schemeClr val="dk1"/>
              </a:solidFill>
              <a:latin typeface="Arial"/>
              <a:ea typeface="Arial"/>
              <a:cs typeface="Arial"/>
              <a:sym typeface="Arial"/>
            </a:endParaRPr>
          </a:p>
          <a:p>
            <a:pPr indent="-298450" lvl="0" marL="457200" rtl="0" algn="l">
              <a:lnSpc>
                <a:spcPct val="104166"/>
              </a:lnSpc>
              <a:spcBef>
                <a:spcPts val="0"/>
              </a:spcBef>
              <a:spcAft>
                <a:spcPts val="0"/>
              </a:spcAft>
              <a:buClr>
                <a:schemeClr val="dk1"/>
              </a:buClr>
              <a:buSzPts val="1100"/>
              <a:buFont typeface="Noto Sans Symbols"/>
              <a:buChar char="●"/>
            </a:pPr>
            <a:r>
              <a:rPr lang="en-US" sz="1100">
                <a:solidFill>
                  <a:schemeClr val="dk1"/>
                </a:solidFill>
                <a:latin typeface="Arial"/>
                <a:ea typeface="Arial"/>
                <a:cs typeface="Arial"/>
                <a:sym typeface="Arial"/>
              </a:rPr>
              <a:t>Clients/brands maintain ownership of their own data; no vendor lock-in; “ownership of your content” (particularly important to EU and Canadian organizations that are legislated to have this)</a:t>
            </a:r>
            <a:endParaRPr sz="1100">
              <a:solidFill>
                <a:schemeClr val="dk1"/>
              </a:solidFill>
              <a:latin typeface="Arial"/>
              <a:ea typeface="Arial"/>
              <a:cs typeface="Arial"/>
              <a:sym typeface="Arial"/>
            </a:endParaRPr>
          </a:p>
          <a:p>
            <a:pPr indent="-298450" lvl="0" marL="457200" rtl="0" algn="l">
              <a:lnSpc>
                <a:spcPct val="104166"/>
              </a:lnSpc>
              <a:spcBef>
                <a:spcPts val="0"/>
              </a:spcBef>
              <a:spcAft>
                <a:spcPts val="0"/>
              </a:spcAft>
              <a:buClr>
                <a:schemeClr val="dk1"/>
              </a:buClr>
              <a:buSzPts val="1100"/>
              <a:buFont typeface="Noto Sans Symbols"/>
              <a:buChar char="●"/>
            </a:pPr>
            <a:r>
              <a:rPr lang="en-US" sz="1100">
                <a:solidFill>
                  <a:schemeClr val="dk1"/>
                </a:solidFill>
                <a:latin typeface="Arial"/>
                <a:ea typeface="Arial"/>
                <a:cs typeface="Arial"/>
                <a:sym typeface="Arial"/>
              </a:rPr>
              <a:t>Support is available: </a:t>
            </a:r>
            <a:endParaRPr sz="1100">
              <a:solidFill>
                <a:schemeClr val="dk1"/>
              </a:solidFill>
              <a:latin typeface="Arial"/>
              <a:ea typeface="Arial"/>
              <a:cs typeface="Arial"/>
              <a:sym typeface="Arial"/>
            </a:endParaRPr>
          </a:p>
          <a:p>
            <a:pPr indent="-298450" lvl="1" marL="914400" rtl="0" algn="l">
              <a:lnSpc>
                <a:spcPct val="104166"/>
              </a:lnSpc>
              <a:spcBef>
                <a:spcPts val="0"/>
              </a:spcBef>
              <a:spcAft>
                <a:spcPts val="0"/>
              </a:spcAft>
              <a:buClr>
                <a:schemeClr val="dk1"/>
              </a:buClr>
              <a:buSzPts val="1100"/>
              <a:buFont typeface="Courier New"/>
              <a:buChar char="o"/>
            </a:pPr>
            <a:r>
              <a:rPr lang="en-US" sz="1100">
                <a:solidFill>
                  <a:schemeClr val="dk1"/>
                </a:solidFill>
                <a:latin typeface="Arial"/>
                <a:ea typeface="Arial"/>
                <a:cs typeface="Arial"/>
                <a:sym typeface="Arial"/>
              </a:rPr>
              <a:t>support base of 35K developers (based on surveys, organizations on Drupal.org), </a:t>
            </a:r>
            <a:endParaRPr sz="1100">
              <a:solidFill>
                <a:schemeClr val="dk1"/>
              </a:solidFill>
              <a:latin typeface="Arial"/>
              <a:ea typeface="Arial"/>
              <a:cs typeface="Arial"/>
              <a:sym typeface="Arial"/>
            </a:endParaRPr>
          </a:p>
          <a:p>
            <a:pPr indent="-298450" lvl="1" marL="914400" rtl="0" algn="l">
              <a:lnSpc>
                <a:spcPct val="104166"/>
              </a:lnSpc>
              <a:spcBef>
                <a:spcPts val="0"/>
              </a:spcBef>
              <a:spcAft>
                <a:spcPts val="0"/>
              </a:spcAft>
              <a:buClr>
                <a:schemeClr val="dk1"/>
              </a:buClr>
              <a:buSzPts val="1100"/>
              <a:buFont typeface="Courier New"/>
              <a:buChar char="o"/>
            </a:pPr>
            <a:r>
              <a:rPr lang="en-US" sz="1100">
                <a:solidFill>
                  <a:schemeClr val="dk1"/>
                </a:solidFill>
                <a:latin typeface="Arial"/>
                <a:ea typeface="Arial"/>
                <a:cs typeface="Arial"/>
                <a:sym typeface="Arial"/>
              </a:rPr>
              <a:t>solid network of certified partners for clients/brands to choose from</a:t>
            </a:r>
            <a:endParaRPr sz="1100">
              <a:solidFill>
                <a:schemeClr val="dk1"/>
              </a:solidFill>
              <a:latin typeface="Arial"/>
              <a:ea typeface="Arial"/>
              <a:cs typeface="Arial"/>
              <a:sym typeface="Arial"/>
            </a:endParaRPr>
          </a:p>
          <a:p>
            <a:pPr indent="-298450" lvl="1" marL="914400" rtl="0" algn="l">
              <a:lnSpc>
                <a:spcPct val="104166"/>
              </a:lnSpc>
              <a:spcBef>
                <a:spcPts val="0"/>
              </a:spcBef>
              <a:spcAft>
                <a:spcPts val="0"/>
              </a:spcAft>
              <a:buClr>
                <a:schemeClr val="dk1"/>
              </a:buClr>
              <a:buSzPts val="1100"/>
              <a:buFont typeface="Courier New"/>
              <a:buChar char="o"/>
            </a:pPr>
            <a:r>
              <a:rPr lang="en-US" sz="1100">
                <a:solidFill>
                  <a:schemeClr val="dk1"/>
                </a:solidFill>
                <a:latin typeface="Arial"/>
                <a:ea typeface="Arial"/>
                <a:cs typeface="Arial"/>
                <a:sym typeface="Arial"/>
              </a:rPr>
              <a:t>reassurance of the security of the Drupal market</a:t>
            </a:r>
            <a:endParaRPr/>
          </a:p>
        </p:txBody>
      </p:sp>
      <p:sp>
        <p:nvSpPr>
          <p:cNvPr id="329" name="Google Shape;329;g2d1209b7ee6_0_168:notes"/>
          <p:cNvSpPr txBox="1"/>
          <p:nvPr>
            <p:ph idx="12" type="sldNum"/>
          </p:nvPr>
        </p:nvSpPr>
        <p:spPr>
          <a:xfrm>
            <a:off x="2554266" y="4342607"/>
            <a:ext cx="1954200" cy="229500"/>
          </a:xfrm>
          <a:prstGeom prst="rect">
            <a:avLst/>
          </a:prstGeom>
          <a:noFill/>
          <a:ln>
            <a:noFill/>
          </a:ln>
        </p:spPr>
        <p:txBody>
          <a:bodyPr anchorCtr="0" anchor="b" bIns="27650" lIns="55325" spcFirstLastPara="1" rIns="55325" wrap="square" tIns="27650">
            <a:noAutofit/>
          </a:bodyPr>
          <a:lstStyle/>
          <a:p>
            <a:pPr indent="0" lvl="0" marL="0" rtl="0" algn="r">
              <a:spcBef>
                <a:spcPts val="0"/>
              </a:spcBef>
              <a:spcAft>
                <a:spcPts val="0"/>
              </a:spcAft>
              <a:buNone/>
            </a:pPr>
            <a:fld id="{00000000-1234-1234-1234-123412341234}" type="slidenum">
              <a:rPr lang="en-US" sz="800"/>
              <a:t>‹#›</a:t>
            </a:fld>
            <a:endParaRPr sz="8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7b61a953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f7b61a9531_0_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f7b61a9531_0_2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f7b61a9531_0_29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f7b61a9531_0_2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f7b61a9531_0_2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f7b61a9531_0_2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f7b61a9531_0_28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f7b61a9531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f7b61a9531_0_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f7b61a9531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f7b61a9531_0_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f7b61a9531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f7b61a9531_0_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f7b61a9531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f7b61a9531_0_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f7b61a9531_0_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f7b61a9531_0_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f7b61a9531_1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f7b61a9531_1_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2" name="Google Shape;422;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ca47f64ac9_0_3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g2ca47f64ac9_0_3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is a web content management platform and it was created in 2001, yes 22 years ago by Dries Buytaert a Belgian that wanted to build a message board for his friends to communicate in their dorms.</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is written in PHP and the latest version uses Symfony 6.2</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According to W3Techs, PHP is used by around 79% of all websites. Other open source projects like Wordpress and Typo3 also uses PHP.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ca47f64ac9_0_3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g2ca47f64ac9_0_3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is a web content management platform and it was created in 2001, yes 22 years ago by Dries Buytaert a Belgian that wanted to build a message board for his friends to communicate in their dorms.</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is written in PHP and the latest version uses Symfony 6.2</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According to W3Techs, PHP is used by around 79% of all websites. Other open source projects like Wordpress and Typo3 also uses PHP.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But not all open source software is backed by companies with the intention to generate business with it.</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There also exists software that is created </a:t>
            </a:r>
            <a:r>
              <a:rPr b="1" lang="en-US"/>
              <a:t>decentralized</a:t>
            </a:r>
            <a:r>
              <a:rPr lang="en-US" sz="2200">
                <a:latin typeface="Helvetica Neue"/>
                <a:ea typeface="Helvetica Neue"/>
                <a:cs typeface="Helvetica Neue"/>
                <a:sym typeface="Helvetica Neue"/>
              </a:rPr>
              <a:t>. In today’s software world, this is becoming more and more of a unicorn. When I say decentralised, I mean that decision making is not done by one large company that decides what should go next into the project. Decentralised project gives contributors the autonomy to take decision</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Today I want to tell you how we managed to build software in a </a:t>
            </a:r>
            <a:r>
              <a:rPr b="1" lang="en-US"/>
              <a:t>decentralized</a:t>
            </a:r>
            <a:r>
              <a:rPr lang="en-US" sz="2200">
                <a:latin typeface="Helvetica Neue"/>
                <a:ea typeface="Helvetica Neue"/>
                <a:cs typeface="Helvetica Neue"/>
                <a:sym typeface="Helvetica Neue"/>
              </a:rPr>
              <a:t> way and still be relevant and successful in a very competitive market.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000"/>
              <a:t>You probably already know what open source is, but here is a brief summary about what open source is all about. </a:t>
            </a:r>
            <a:endParaRPr/>
          </a:p>
          <a:p>
            <a:pPr indent="0" lvl="0" marL="0" rtl="0" algn="l">
              <a:lnSpc>
                <a:spcPct val="117999"/>
              </a:lnSpc>
              <a:spcBef>
                <a:spcPts val="0"/>
              </a:spcBef>
              <a:spcAft>
                <a:spcPts val="0"/>
              </a:spcAft>
              <a:buNone/>
            </a:pPr>
            <a:r>
              <a:t/>
            </a:r>
            <a:endParaRPr sz="2000"/>
          </a:p>
          <a:p>
            <a:pPr indent="0" lvl="0" marL="0" rtl="0" algn="l">
              <a:lnSpc>
                <a:spcPct val="117999"/>
              </a:lnSpc>
              <a:spcBef>
                <a:spcPts val="0"/>
              </a:spcBef>
              <a:spcAft>
                <a:spcPts val="0"/>
              </a:spcAft>
              <a:buNone/>
            </a:pPr>
            <a:r>
              <a:rPr lang="en-US" sz="2000"/>
              <a:t>Open source software is also referred to as free software and it is distributed with a usage license that grants you four essential rights: </a:t>
            </a:r>
            <a:endParaRPr/>
          </a:p>
          <a:p>
            <a:pPr indent="0" lvl="0" marL="0" rtl="0" algn="l">
              <a:lnSpc>
                <a:spcPct val="117999"/>
              </a:lnSpc>
              <a:spcBef>
                <a:spcPts val="0"/>
              </a:spcBef>
              <a:spcAft>
                <a:spcPts val="0"/>
              </a:spcAft>
              <a:buNone/>
            </a:pPr>
            <a:r>
              <a:rPr lang="en-US" sz="2000"/>
              <a:t> - You can </a:t>
            </a:r>
            <a:r>
              <a:rPr b="1" lang="en-US"/>
              <a:t>use the software for anything</a:t>
            </a:r>
            <a:r>
              <a:rPr lang="en-US" sz="2000"/>
              <a:t>, as much as you want and without any restrictions such as license expiry or geographic limitations.</a:t>
            </a:r>
            <a:endParaRPr/>
          </a:p>
          <a:p>
            <a:pPr indent="0" lvl="0" marL="0" rtl="0" algn="l">
              <a:lnSpc>
                <a:spcPct val="117999"/>
              </a:lnSpc>
              <a:spcBef>
                <a:spcPts val="0"/>
              </a:spcBef>
              <a:spcAft>
                <a:spcPts val="0"/>
              </a:spcAft>
              <a:buNone/>
            </a:pPr>
            <a:r>
              <a:rPr lang="en-US" sz="2000"/>
              <a:t>- You can </a:t>
            </a:r>
            <a:r>
              <a:rPr b="1" lang="en-US"/>
              <a:t>study and analyze the source code</a:t>
            </a:r>
            <a:r>
              <a:rPr lang="en-US" sz="2000"/>
              <a:t> in detail without non‐disclosure agreements or similar restrictions.</a:t>
            </a:r>
            <a:endParaRPr/>
          </a:p>
          <a:p>
            <a:pPr indent="0" lvl="0" marL="0" rtl="0" algn="l">
              <a:lnSpc>
                <a:spcPct val="117999"/>
              </a:lnSpc>
              <a:spcBef>
                <a:spcPts val="0"/>
              </a:spcBef>
              <a:spcAft>
                <a:spcPts val="0"/>
              </a:spcAft>
              <a:buNone/>
            </a:pPr>
            <a:r>
              <a:rPr lang="en-US" sz="2000"/>
              <a:t>- You can </a:t>
            </a:r>
            <a:r>
              <a:rPr b="1" lang="en-US"/>
              <a:t>improve or modify the software to better meet your requirements</a:t>
            </a:r>
            <a:r>
              <a:rPr lang="en-US" sz="2000"/>
              <a:t> and you can share these improvements publicly.</a:t>
            </a:r>
            <a:endParaRPr/>
          </a:p>
          <a:p>
            <a:pPr indent="0" lvl="0" marL="0" rtl="0" algn="l">
              <a:lnSpc>
                <a:spcPct val="117999"/>
              </a:lnSpc>
              <a:spcBef>
                <a:spcPts val="0"/>
              </a:spcBef>
              <a:spcAft>
                <a:spcPts val="0"/>
              </a:spcAft>
              <a:buNone/>
            </a:pPr>
            <a:r>
              <a:rPr lang="en-US" sz="2000"/>
              <a:t>- You can </a:t>
            </a:r>
            <a:r>
              <a:rPr b="1" lang="en-US"/>
              <a:t>copy the software and share it with anyone at virtually no cost</a:t>
            </a:r>
            <a:r>
              <a:rPr lang="en-US" sz="2000"/>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ca47f64ac9_0_3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g2ca47f64ac9_0_3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ca47f64ac9_0_3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g2ca47f64ac9_0_3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But not all open source software is backed by companies with the intention to generate business with it.</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There also exists software that is created </a:t>
            </a:r>
            <a:r>
              <a:rPr b="1" lang="en-US"/>
              <a:t>decentralized</a:t>
            </a:r>
            <a:r>
              <a:rPr lang="en-US" sz="2200">
                <a:latin typeface="Helvetica Neue"/>
                <a:ea typeface="Helvetica Neue"/>
                <a:cs typeface="Helvetica Neue"/>
                <a:sym typeface="Helvetica Neue"/>
              </a:rPr>
              <a:t>. In today’s software world, this is becoming more and more of a unicorn. When I say decentralised, I mean that decision making is not done by one large company that decides what should go next into the project. Decentralised project gives contributors the autonomy to take decision</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Today I want to tell you how we managed to build software in a </a:t>
            </a:r>
            <a:r>
              <a:rPr b="1" lang="en-US"/>
              <a:t>decentralized</a:t>
            </a:r>
            <a:r>
              <a:rPr lang="en-US" sz="2200">
                <a:latin typeface="Helvetica Neue"/>
                <a:ea typeface="Helvetica Neue"/>
                <a:cs typeface="Helvetica Neue"/>
                <a:sym typeface="Helvetica Neue"/>
              </a:rPr>
              <a:t> way and still be relevant and successful in a very competitive market.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Now I want to play a game with you - the buzzword game.</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Have you heard about those buzzwords?</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Mobile first</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API first</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Accessibility </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Multilingual</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Composable stack</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Headless</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AI powered</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Low code / no code</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Did you know that Drupal is all of that and even more?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ca47f64ac9_0_3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g2ca47f64ac9_0_3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ca47f64ac9_0_402:notes"/>
          <p:cNvSpPr/>
          <p:nvPr>
            <p:ph idx="2" type="sldImg"/>
          </p:nvPr>
        </p:nvSpPr>
        <p:spPr>
          <a:xfrm>
            <a:off x="425885"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g2ca47f64ac9_0_402:notes"/>
          <p:cNvSpPr txBox="1"/>
          <p:nvPr>
            <p:ph idx="1" type="body"/>
          </p:nvPr>
        </p:nvSpPr>
        <p:spPr>
          <a:xfrm>
            <a:off x="450937" y="2200275"/>
            <a:ext cx="3607500" cy="1800300"/>
          </a:xfrm>
          <a:prstGeom prst="rect">
            <a:avLst/>
          </a:prstGeom>
          <a:noFill/>
          <a:ln>
            <a:noFill/>
          </a:ln>
        </p:spPr>
        <p:txBody>
          <a:bodyPr anchorCtr="0" anchor="t" bIns="27650" lIns="55325" spcFirstLastPara="1" rIns="55325" wrap="square" tIns="27650">
            <a:noAutofit/>
          </a:bodyPr>
          <a:lstStyle/>
          <a:p>
            <a:pPr indent="0" lvl="0" marL="0" rtl="0" algn="l">
              <a:spcBef>
                <a:spcPts val="0"/>
              </a:spcBef>
              <a:spcAft>
                <a:spcPts val="0"/>
              </a:spcAft>
              <a:buNone/>
            </a:pPr>
            <a:r>
              <a:t/>
            </a:r>
            <a:endParaRPr/>
          </a:p>
        </p:txBody>
      </p:sp>
      <p:sp>
        <p:nvSpPr>
          <p:cNvPr id="513" name="Google Shape;513;g2ca47f64ac9_0_402:notes"/>
          <p:cNvSpPr txBox="1"/>
          <p:nvPr>
            <p:ph idx="12" type="sldNum"/>
          </p:nvPr>
        </p:nvSpPr>
        <p:spPr>
          <a:xfrm>
            <a:off x="2554266" y="4342607"/>
            <a:ext cx="1954200" cy="229500"/>
          </a:xfrm>
          <a:prstGeom prst="rect">
            <a:avLst/>
          </a:prstGeom>
          <a:noFill/>
          <a:ln>
            <a:noFill/>
          </a:ln>
        </p:spPr>
        <p:txBody>
          <a:bodyPr anchorCtr="0" anchor="b" bIns="27650" lIns="55325" spcFirstLastPara="1" rIns="55325" wrap="square" tIns="27650">
            <a:noAutofit/>
          </a:bodyPr>
          <a:lstStyle/>
          <a:p>
            <a:pPr indent="0" lvl="0" marL="0" rtl="0" algn="r">
              <a:spcBef>
                <a:spcPts val="0"/>
              </a:spcBef>
              <a:spcAft>
                <a:spcPts val="0"/>
              </a:spcAft>
              <a:buNone/>
            </a:pPr>
            <a:fld id="{00000000-1234-1234-1234-123412341234}" type="slidenum">
              <a:rPr lang="en-US" sz="800"/>
              <a:t>‹#›</a:t>
            </a:fld>
            <a:endParaRPr sz="80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ca47f64ac9_0_3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g2ca47f64ac9_0_38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That our organisations that are some of the largest users of Drupal are not just using the software, they are also actively contributing to the project. </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I took an example from Drupal.org where we measure contribution and like we see as an example, the European Commission has over 79 people registered on Drupal.org.</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Drupal remains unique in the open source world for the power of our contribution credit system. All kinds of contribution activity on Drupal.org can be attributed to individuals and organizations, giving us important insight into the ecosystem that drives contribution.</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This contribution system also plays an important role in promoting individuals, companies and organizations who give back to the project and community. We use an organization's contribution history to rank them in the Drupal.org marketplace, and an individual's contribution history is a powerful tool for organizations to find talent, and for Drupal contributors to find work.</a:t>
            </a:r>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Our credit system is designed so that only project maintainers can ultimately grant credit. This means that there is always an element of human review.</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8.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type="tx">
  <p:cSld name="TITLE_AND_BODY">
    <p:spTree>
      <p:nvGrpSpPr>
        <p:cNvPr id="9" name="Shape 9"/>
        <p:cNvGrpSpPr/>
        <p:nvPr/>
      </p:nvGrpSpPr>
      <p:grpSpPr>
        <a:xfrm>
          <a:off x="0" y="0"/>
          <a:ext cx="0" cy="0"/>
          <a:chOff x="0" y="0"/>
          <a:chExt cx="0" cy="0"/>
        </a:xfrm>
      </p:grpSpPr>
      <p:sp>
        <p:nvSpPr>
          <p:cNvPr id="10" name="Google Shape;10;p2"/>
          <p:cNvSpPr/>
          <p:nvPr>
            <p:ph idx="2" type="pic"/>
          </p:nvPr>
        </p:nvSpPr>
        <p:spPr>
          <a:xfrm>
            <a:off x="10960100" y="3149600"/>
            <a:ext cx="13944600" cy="9296400"/>
          </a:xfrm>
          <a:prstGeom prst="rect">
            <a:avLst/>
          </a:prstGeom>
          <a:noFill/>
          <a:ln>
            <a:noFill/>
          </a:ln>
        </p:spPr>
      </p:sp>
      <p:sp>
        <p:nvSpPr>
          <p:cNvPr id="11" name="Google Shape;11;p2"/>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12" name="Google Shape;12;p2"/>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FFFFFF"/>
              </a:buClr>
              <a:buSzPts val="4750"/>
              <a:buFont typeface="Helvetica Neue"/>
              <a:buChar char="•"/>
              <a:defRPr sz="3800"/>
            </a:lvl1pPr>
            <a:lvl2pPr indent="-530225" lvl="1" marL="914400" algn="l">
              <a:lnSpc>
                <a:spcPct val="100000"/>
              </a:lnSpc>
              <a:spcBef>
                <a:spcPts val="4500"/>
              </a:spcBef>
              <a:spcAft>
                <a:spcPts val="0"/>
              </a:spcAft>
              <a:buClr>
                <a:srgbClr val="FFFFFF"/>
              </a:buClr>
              <a:buSzPts val="4750"/>
              <a:buFont typeface="Helvetica Neue"/>
              <a:buChar char="•"/>
              <a:defRPr sz="3800"/>
            </a:lvl2pPr>
            <a:lvl3pPr indent="-530225" lvl="2" marL="1371600" algn="l">
              <a:lnSpc>
                <a:spcPct val="100000"/>
              </a:lnSpc>
              <a:spcBef>
                <a:spcPts val="4500"/>
              </a:spcBef>
              <a:spcAft>
                <a:spcPts val="0"/>
              </a:spcAft>
              <a:buClr>
                <a:srgbClr val="FFFFFF"/>
              </a:buClr>
              <a:buSzPts val="4750"/>
              <a:buFont typeface="Helvetica Neue"/>
              <a:buChar char="•"/>
              <a:defRPr sz="3800"/>
            </a:lvl3pPr>
            <a:lvl4pPr indent="-530225" lvl="3" marL="1828800" algn="l">
              <a:lnSpc>
                <a:spcPct val="100000"/>
              </a:lnSpc>
              <a:spcBef>
                <a:spcPts val="4500"/>
              </a:spcBef>
              <a:spcAft>
                <a:spcPts val="0"/>
              </a:spcAft>
              <a:buClr>
                <a:srgbClr val="FFFFFF"/>
              </a:buClr>
              <a:buSzPts val="4750"/>
              <a:buFont typeface="Helvetica Neue"/>
              <a:buChar char="•"/>
              <a:defRPr sz="3800"/>
            </a:lvl4pPr>
            <a:lvl5pPr indent="-530225" lvl="4" marL="2286000" algn="l">
              <a:lnSpc>
                <a:spcPct val="100000"/>
              </a:lnSpc>
              <a:spcBef>
                <a:spcPts val="4500"/>
              </a:spcBef>
              <a:spcAft>
                <a:spcPts val="0"/>
              </a:spcAft>
              <a:buClr>
                <a:srgbClr val="FFFFFF"/>
              </a:buClr>
              <a:buSzPts val="4750"/>
              <a:buFont typeface="Helvetica Neue"/>
              <a:buChar char="•"/>
              <a:defRPr sz="38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13" name="Google Shape;13;p2"/>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14" name="Shape 14"/>
        <p:cNvGrpSpPr/>
        <p:nvPr/>
      </p:nvGrpSpPr>
      <p:grpSpPr>
        <a:xfrm>
          <a:off x="0" y="0"/>
          <a:ext cx="0" cy="0"/>
          <a:chOff x="0" y="0"/>
          <a:chExt cx="0" cy="0"/>
        </a:xfrm>
      </p:grpSpPr>
      <p:sp>
        <p:nvSpPr>
          <p:cNvPr id="15" name="Google Shape;15;p3"/>
          <p:cNvSpPr/>
          <p:nvPr>
            <p:ph idx="2" type="pic"/>
          </p:nvPr>
        </p:nvSpPr>
        <p:spPr>
          <a:xfrm>
            <a:off x="-50800" y="-1270000"/>
            <a:ext cx="24485600" cy="16323734"/>
          </a:xfrm>
          <a:prstGeom prst="rect">
            <a:avLst/>
          </a:prstGeom>
          <a:noFill/>
          <a:ln>
            <a:noFill/>
          </a:ln>
        </p:spPr>
      </p:sp>
      <p:sp>
        <p:nvSpPr>
          <p:cNvPr id="16" name="Google Shape;16;p3"/>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7" name="Shape 17"/>
        <p:cNvGrpSpPr/>
        <p:nvPr/>
      </p:nvGrpSpPr>
      <p:grpSpPr>
        <a:xfrm>
          <a:off x="0" y="0"/>
          <a:ext cx="0" cy="0"/>
          <a:chOff x="0" y="0"/>
          <a:chExt cx="0" cy="0"/>
        </a:xfrm>
      </p:grpSpPr>
      <p:sp>
        <p:nvSpPr>
          <p:cNvPr id="18" name="Google Shape;18;p4"/>
          <p:cNvSpPr txBox="1"/>
          <p:nvPr>
            <p:ph type="title"/>
          </p:nvPr>
        </p:nvSpPr>
        <p:spPr>
          <a:xfrm>
            <a:off x="1778000" y="2298700"/>
            <a:ext cx="208280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19" name="Google Shape;19;p4"/>
          <p:cNvSpPr txBox="1"/>
          <p:nvPr>
            <p:ph idx="1" type="body"/>
          </p:nvPr>
        </p:nvSpPr>
        <p:spPr>
          <a:xfrm>
            <a:off x="1778000" y="7073900"/>
            <a:ext cx="20828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solidFill>
                  <a:srgbClr val="000000"/>
                </a:solidFill>
              </a:defRPr>
            </a:lvl1pPr>
            <a:lvl2pPr indent="-228600" lvl="1" marL="914400" algn="ctr">
              <a:lnSpc>
                <a:spcPct val="100000"/>
              </a:lnSpc>
              <a:spcBef>
                <a:spcPts val="0"/>
              </a:spcBef>
              <a:spcAft>
                <a:spcPts val="0"/>
              </a:spcAft>
              <a:buClr>
                <a:srgbClr val="000000"/>
              </a:buClr>
              <a:buSzPts val="5400"/>
              <a:buFont typeface="Helvetica Neue"/>
              <a:buNone/>
              <a:defRPr sz="5400">
                <a:solidFill>
                  <a:srgbClr val="000000"/>
                </a:solidFill>
              </a:defRPr>
            </a:lvl2pPr>
            <a:lvl3pPr indent="-228600" lvl="2" marL="1371600" algn="ctr">
              <a:lnSpc>
                <a:spcPct val="100000"/>
              </a:lnSpc>
              <a:spcBef>
                <a:spcPts val="0"/>
              </a:spcBef>
              <a:spcAft>
                <a:spcPts val="0"/>
              </a:spcAft>
              <a:buClr>
                <a:srgbClr val="000000"/>
              </a:buClr>
              <a:buSzPts val="5400"/>
              <a:buFont typeface="Helvetica Neue"/>
              <a:buNone/>
              <a:defRPr sz="5400">
                <a:solidFill>
                  <a:srgbClr val="000000"/>
                </a:solidFill>
              </a:defRPr>
            </a:lvl3pPr>
            <a:lvl4pPr indent="-228600" lvl="3" marL="1828800" algn="ctr">
              <a:lnSpc>
                <a:spcPct val="100000"/>
              </a:lnSpc>
              <a:spcBef>
                <a:spcPts val="0"/>
              </a:spcBef>
              <a:spcAft>
                <a:spcPts val="0"/>
              </a:spcAft>
              <a:buClr>
                <a:srgbClr val="000000"/>
              </a:buClr>
              <a:buSzPts val="5400"/>
              <a:buFont typeface="Helvetica Neue"/>
              <a:buNone/>
              <a:defRPr sz="5400">
                <a:solidFill>
                  <a:srgbClr val="000000"/>
                </a:solidFill>
              </a:defRPr>
            </a:lvl4pPr>
            <a:lvl5pPr indent="-228600" lvl="4" marL="2286000" algn="ctr">
              <a:lnSpc>
                <a:spcPct val="100000"/>
              </a:lnSpc>
              <a:spcBef>
                <a:spcPts val="0"/>
              </a:spcBef>
              <a:spcAft>
                <a:spcPts val="0"/>
              </a:spcAft>
              <a:buClr>
                <a:srgbClr val="000000"/>
              </a:buClr>
              <a:buSzPts val="5400"/>
              <a:buFont typeface="Helvetica Neue"/>
              <a:buNone/>
              <a:defRPr sz="5400">
                <a:solidFill>
                  <a:srgbClr val="000000"/>
                </a:solidFill>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20" name="Google Shape;20;p4"/>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p:cSld name="Photo - Horizontal">
    <p:spTree>
      <p:nvGrpSpPr>
        <p:cNvPr id="21" name="Shape 21"/>
        <p:cNvGrpSpPr/>
        <p:nvPr/>
      </p:nvGrpSpPr>
      <p:grpSpPr>
        <a:xfrm>
          <a:off x="0" y="0"/>
          <a:ext cx="0" cy="0"/>
          <a:chOff x="0" y="0"/>
          <a:chExt cx="0" cy="0"/>
        </a:xfrm>
      </p:grpSpPr>
      <p:sp>
        <p:nvSpPr>
          <p:cNvPr id="22" name="Google Shape;22;p5"/>
          <p:cNvSpPr/>
          <p:nvPr>
            <p:ph idx="2" type="pic"/>
          </p:nvPr>
        </p:nvSpPr>
        <p:spPr>
          <a:xfrm>
            <a:off x="3125968" y="-393700"/>
            <a:ext cx="18135601" cy="12090400"/>
          </a:xfrm>
          <a:prstGeom prst="rect">
            <a:avLst/>
          </a:prstGeom>
          <a:noFill/>
          <a:ln>
            <a:noFill/>
          </a:ln>
        </p:spPr>
      </p:sp>
      <p:sp>
        <p:nvSpPr>
          <p:cNvPr id="23" name="Google Shape;23;p5"/>
          <p:cNvSpPr txBox="1"/>
          <p:nvPr>
            <p:ph type="title"/>
          </p:nvPr>
        </p:nvSpPr>
        <p:spPr>
          <a:xfrm>
            <a:off x="635000" y="9512300"/>
            <a:ext cx="23114000" cy="20066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24" name="Google Shape;24;p5"/>
          <p:cNvSpPr txBox="1"/>
          <p:nvPr>
            <p:ph idx="1" type="body"/>
          </p:nvPr>
        </p:nvSpPr>
        <p:spPr>
          <a:xfrm>
            <a:off x="635000" y="11442700"/>
            <a:ext cx="23114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solidFill>
                  <a:srgbClr val="000000"/>
                </a:solidFill>
              </a:defRPr>
            </a:lvl1pPr>
            <a:lvl2pPr indent="-228600" lvl="1" marL="914400" algn="ctr">
              <a:lnSpc>
                <a:spcPct val="100000"/>
              </a:lnSpc>
              <a:spcBef>
                <a:spcPts val="0"/>
              </a:spcBef>
              <a:spcAft>
                <a:spcPts val="0"/>
              </a:spcAft>
              <a:buClr>
                <a:srgbClr val="000000"/>
              </a:buClr>
              <a:buSzPts val="5400"/>
              <a:buFont typeface="Helvetica Neue"/>
              <a:buNone/>
              <a:defRPr sz="5400">
                <a:solidFill>
                  <a:srgbClr val="000000"/>
                </a:solidFill>
              </a:defRPr>
            </a:lvl2pPr>
            <a:lvl3pPr indent="-228600" lvl="2" marL="1371600" algn="ctr">
              <a:lnSpc>
                <a:spcPct val="100000"/>
              </a:lnSpc>
              <a:spcBef>
                <a:spcPts val="0"/>
              </a:spcBef>
              <a:spcAft>
                <a:spcPts val="0"/>
              </a:spcAft>
              <a:buClr>
                <a:srgbClr val="000000"/>
              </a:buClr>
              <a:buSzPts val="5400"/>
              <a:buFont typeface="Helvetica Neue"/>
              <a:buNone/>
              <a:defRPr sz="5400">
                <a:solidFill>
                  <a:srgbClr val="000000"/>
                </a:solidFill>
              </a:defRPr>
            </a:lvl3pPr>
            <a:lvl4pPr indent="-228600" lvl="3" marL="1828800" algn="ctr">
              <a:lnSpc>
                <a:spcPct val="100000"/>
              </a:lnSpc>
              <a:spcBef>
                <a:spcPts val="0"/>
              </a:spcBef>
              <a:spcAft>
                <a:spcPts val="0"/>
              </a:spcAft>
              <a:buClr>
                <a:srgbClr val="000000"/>
              </a:buClr>
              <a:buSzPts val="5400"/>
              <a:buFont typeface="Helvetica Neue"/>
              <a:buNone/>
              <a:defRPr sz="5400">
                <a:solidFill>
                  <a:srgbClr val="000000"/>
                </a:solidFill>
              </a:defRPr>
            </a:lvl4pPr>
            <a:lvl5pPr indent="-228600" lvl="4" marL="2286000" algn="ctr">
              <a:lnSpc>
                <a:spcPct val="100000"/>
              </a:lnSpc>
              <a:spcBef>
                <a:spcPts val="0"/>
              </a:spcBef>
              <a:spcAft>
                <a:spcPts val="0"/>
              </a:spcAft>
              <a:buClr>
                <a:srgbClr val="000000"/>
              </a:buClr>
              <a:buSzPts val="5400"/>
              <a:buFont typeface="Helvetica Neue"/>
              <a:buNone/>
              <a:defRPr sz="5400">
                <a:solidFill>
                  <a:srgbClr val="000000"/>
                </a:solidFill>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25" name="Google Shape;25;p5"/>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re">
  <p:cSld name="Title - Centre">
    <p:spTree>
      <p:nvGrpSpPr>
        <p:cNvPr id="26" name="Shape 26"/>
        <p:cNvGrpSpPr/>
        <p:nvPr/>
      </p:nvGrpSpPr>
      <p:grpSpPr>
        <a:xfrm>
          <a:off x="0" y="0"/>
          <a:ext cx="0" cy="0"/>
          <a:chOff x="0" y="0"/>
          <a:chExt cx="0" cy="0"/>
        </a:xfrm>
      </p:grpSpPr>
      <p:sp>
        <p:nvSpPr>
          <p:cNvPr id="27" name="Google Shape;27;p6"/>
          <p:cNvSpPr txBox="1"/>
          <p:nvPr>
            <p:ph type="title"/>
          </p:nvPr>
        </p:nvSpPr>
        <p:spPr>
          <a:xfrm>
            <a:off x="1778000" y="4533900"/>
            <a:ext cx="20828000" cy="46482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28" name="Google Shape;28;p6"/>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Vertical">
  <p:cSld name="Photo - Vertical">
    <p:spTree>
      <p:nvGrpSpPr>
        <p:cNvPr id="29" name="Shape 29"/>
        <p:cNvGrpSpPr/>
        <p:nvPr/>
      </p:nvGrpSpPr>
      <p:grpSpPr>
        <a:xfrm>
          <a:off x="0" y="0"/>
          <a:ext cx="0" cy="0"/>
          <a:chOff x="0" y="0"/>
          <a:chExt cx="0" cy="0"/>
        </a:xfrm>
      </p:grpSpPr>
      <p:sp>
        <p:nvSpPr>
          <p:cNvPr id="30" name="Google Shape;30;p7"/>
          <p:cNvSpPr/>
          <p:nvPr>
            <p:ph idx="2" type="pic"/>
          </p:nvPr>
        </p:nvSpPr>
        <p:spPr>
          <a:xfrm>
            <a:off x="12827000" y="952500"/>
            <a:ext cx="11468100" cy="11468100"/>
          </a:xfrm>
          <a:prstGeom prst="rect">
            <a:avLst/>
          </a:prstGeom>
          <a:noFill/>
          <a:ln>
            <a:noFill/>
          </a:ln>
        </p:spPr>
      </p:sp>
      <p:sp>
        <p:nvSpPr>
          <p:cNvPr id="31" name="Google Shape;31;p7"/>
          <p:cNvSpPr txBox="1"/>
          <p:nvPr>
            <p:ph type="title"/>
          </p:nvPr>
        </p:nvSpPr>
        <p:spPr>
          <a:xfrm>
            <a:off x="1651000" y="952500"/>
            <a:ext cx="10223500" cy="55499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8400"/>
              <a:buFont typeface="Helvetica Neue"/>
              <a:buNone/>
              <a:defRPr sz="8400">
                <a:solidFill>
                  <a:srgbClr val="000000"/>
                </a:solidFill>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32" name="Google Shape;32;p7"/>
          <p:cNvSpPr txBox="1"/>
          <p:nvPr>
            <p:ph idx="1" type="body"/>
          </p:nvPr>
        </p:nvSpPr>
        <p:spPr>
          <a:xfrm>
            <a:off x="1651000" y="6527800"/>
            <a:ext cx="10223500" cy="57277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solidFill>
                  <a:srgbClr val="000000"/>
                </a:solidFill>
              </a:defRPr>
            </a:lvl1pPr>
            <a:lvl2pPr indent="-228600" lvl="1" marL="914400" algn="ctr">
              <a:lnSpc>
                <a:spcPct val="100000"/>
              </a:lnSpc>
              <a:spcBef>
                <a:spcPts val="0"/>
              </a:spcBef>
              <a:spcAft>
                <a:spcPts val="0"/>
              </a:spcAft>
              <a:buClr>
                <a:srgbClr val="000000"/>
              </a:buClr>
              <a:buSzPts val="5400"/>
              <a:buFont typeface="Helvetica Neue"/>
              <a:buNone/>
              <a:defRPr sz="5400">
                <a:solidFill>
                  <a:srgbClr val="000000"/>
                </a:solidFill>
              </a:defRPr>
            </a:lvl2pPr>
            <a:lvl3pPr indent="-228600" lvl="2" marL="1371600" algn="ctr">
              <a:lnSpc>
                <a:spcPct val="100000"/>
              </a:lnSpc>
              <a:spcBef>
                <a:spcPts val="0"/>
              </a:spcBef>
              <a:spcAft>
                <a:spcPts val="0"/>
              </a:spcAft>
              <a:buClr>
                <a:srgbClr val="000000"/>
              </a:buClr>
              <a:buSzPts val="5400"/>
              <a:buFont typeface="Helvetica Neue"/>
              <a:buNone/>
              <a:defRPr sz="5400">
                <a:solidFill>
                  <a:srgbClr val="000000"/>
                </a:solidFill>
              </a:defRPr>
            </a:lvl3pPr>
            <a:lvl4pPr indent="-228600" lvl="3" marL="1828800" algn="ctr">
              <a:lnSpc>
                <a:spcPct val="100000"/>
              </a:lnSpc>
              <a:spcBef>
                <a:spcPts val="0"/>
              </a:spcBef>
              <a:spcAft>
                <a:spcPts val="0"/>
              </a:spcAft>
              <a:buClr>
                <a:srgbClr val="000000"/>
              </a:buClr>
              <a:buSzPts val="5400"/>
              <a:buFont typeface="Helvetica Neue"/>
              <a:buNone/>
              <a:defRPr sz="5400">
                <a:solidFill>
                  <a:srgbClr val="000000"/>
                </a:solidFill>
              </a:defRPr>
            </a:lvl4pPr>
            <a:lvl5pPr indent="-228600" lvl="4" marL="2286000" algn="ctr">
              <a:lnSpc>
                <a:spcPct val="100000"/>
              </a:lnSpc>
              <a:spcBef>
                <a:spcPts val="0"/>
              </a:spcBef>
              <a:spcAft>
                <a:spcPts val="0"/>
              </a:spcAft>
              <a:buClr>
                <a:srgbClr val="000000"/>
              </a:buClr>
              <a:buSzPts val="5400"/>
              <a:buFont typeface="Helvetica Neue"/>
              <a:buNone/>
              <a:defRPr sz="5400">
                <a:solidFill>
                  <a:srgbClr val="000000"/>
                </a:solidFill>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33" name="Google Shape;33;p7"/>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34" name="Shape 34"/>
        <p:cNvGrpSpPr/>
        <p:nvPr/>
      </p:nvGrpSpPr>
      <p:grpSpPr>
        <a:xfrm>
          <a:off x="0" y="0"/>
          <a:ext cx="0" cy="0"/>
          <a:chOff x="0" y="0"/>
          <a:chExt cx="0" cy="0"/>
        </a:xfrm>
      </p:grpSpPr>
      <p:sp>
        <p:nvSpPr>
          <p:cNvPr id="35" name="Google Shape;35;p8"/>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36" name="Google Shape;36;p8"/>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37" name="Shape 37"/>
        <p:cNvGrpSpPr/>
        <p:nvPr/>
      </p:nvGrpSpPr>
      <p:grpSpPr>
        <a:xfrm>
          <a:off x="0" y="0"/>
          <a:ext cx="0" cy="0"/>
          <a:chOff x="0" y="0"/>
          <a:chExt cx="0" cy="0"/>
        </a:xfrm>
      </p:grpSpPr>
      <p:sp>
        <p:nvSpPr>
          <p:cNvPr id="38" name="Google Shape;38;p9"/>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39" name="Google Shape;39;p9"/>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1117600" lvl="0" marL="457200" algn="l">
              <a:lnSpc>
                <a:spcPct val="80000"/>
              </a:lnSpc>
              <a:spcBef>
                <a:spcPts val="5900"/>
              </a:spcBef>
              <a:spcAft>
                <a:spcPts val="0"/>
              </a:spcAft>
              <a:buClr>
                <a:srgbClr val="FFFFFF"/>
              </a:buClr>
              <a:buSzPts val="14000"/>
              <a:buFont typeface="Helvetica Neue"/>
              <a:buChar char="•"/>
              <a:defRPr sz="11200"/>
            </a:lvl1pPr>
            <a:lvl2pPr indent="-1117600" lvl="1" marL="914400" algn="l">
              <a:lnSpc>
                <a:spcPct val="80000"/>
              </a:lnSpc>
              <a:spcBef>
                <a:spcPts val="5900"/>
              </a:spcBef>
              <a:spcAft>
                <a:spcPts val="0"/>
              </a:spcAft>
              <a:buClr>
                <a:srgbClr val="FFFFFF"/>
              </a:buClr>
              <a:buSzPts val="14000"/>
              <a:buFont typeface="Helvetica Neue"/>
              <a:buChar char="•"/>
              <a:defRPr sz="11200"/>
            </a:lvl2pPr>
            <a:lvl3pPr indent="-1117600" lvl="2" marL="1371600" algn="l">
              <a:lnSpc>
                <a:spcPct val="80000"/>
              </a:lnSpc>
              <a:spcBef>
                <a:spcPts val="5900"/>
              </a:spcBef>
              <a:spcAft>
                <a:spcPts val="0"/>
              </a:spcAft>
              <a:buClr>
                <a:srgbClr val="FFFFFF"/>
              </a:buClr>
              <a:buSzPts val="14000"/>
              <a:buFont typeface="Helvetica Neue"/>
              <a:buChar char="•"/>
              <a:defRPr sz="11200"/>
            </a:lvl3pPr>
            <a:lvl4pPr indent="-1117600" lvl="3" marL="1828800" algn="l">
              <a:lnSpc>
                <a:spcPct val="80000"/>
              </a:lnSpc>
              <a:spcBef>
                <a:spcPts val="5900"/>
              </a:spcBef>
              <a:spcAft>
                <a:spcPts val="0"/>
              </a:spcAft>
              <a:buClr>
                <a:srgbClr val="FFFFFF"/>
              </a:buClr>
              <a:buSzPts val="14000"/>
              <a:buFont typeface="Helvetica Neue"/>
              <a:buChar char="•"/>
              <a:defRPr sz="11200"/>
            </a:lvl4pPr>
            <a:lvl5pPr indent="-1117600" lvl="4" marL="2286000" algn="l">
              <a:lnSpc>
                <a:spcPct val="80000"/>
              </a:lnSpc>
              <a:spcBef>
                <a:spcPts val="5900"/>
              </a:spcBef>
              <a:spcAft>
                <a:spcPts val="0"/>
              </a:spcAft>
              <a:buClr>
                <a:srgbClr val="FFFFFF"/>
              </a:buClr>
              <a:buSzPts val="14000"/>
              <a:buFont typeface="Helvetica Neue"/>
              <a:buChar char="•"/>
              <a:defRPr sz="112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40" name="Google Shape;40;p9"/>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Live Video Small">
  <p:cSld name="Title, Bullets &amp; Live Video Small">
    <p:spTree>
      <p:nvGrpSpPr>
        <p:cNvPr id="41" name="Shape 41"/>
        <p:cNvGrpSpPr/>
        <p:nvPr/>
      </p:nvGrpSpPr>
      <p:grpSpPr>
        <a:xfrm>
          <a:off x="0" y="0"/>
          <a:ext cx="0" cy="0"/>
          <a:chOff x="0" y="0"/>
          <a:chExt cx="0" cy="0"/>
        </a:xfrm>
      </p:grpSpPr>
      <p:sp>
        <p:nvSpPr>
          <p:cNvPr id="42" name="Google Shape;42;p10"/>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43" name="Google Shape;43;p10"/>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FFFFFF"/>
              </a:buClr>
              <a:buSzPts val="4750"/>
              <a:buFont typeface="Helvetica Neue"/>
              <a:buChar char="•"/>
              <a:defRPr sz="3800"/>
            </a:lvl1pPr>
            <a:lvl2pPr indent="-530225" lvl="1" marL="914400" algn="l">
              <a:lnSpc>
                <a:spcPct val="100000"/>
              </a:lnSpc>
              <a:spcBef>
                <a:spcPts val="4500"/>
              </a:spcBef>
              <a:spcAft>
                <a:spcPts val="0"/>
              </a:spcAft>
              <a:buClr>
                <a:srgbClr val="FFFFFF"/>
              </a:buClr>
              <a:buSzPts val="4750"/>
              <a:buFont typeface="Helvetica Neue"/>
              <a:buChar char="•"/>
              <a:defRPr sz="3800"/>
            </a:lvl2pPr>
            <a:lvl3pPr indent="-530225" lvl="2" marL="1371600" algn="l">
              <a:lnSpc>
                <a:spcPct val="100000"/>
              </a:lnSpc>
              <a:spcBef>
                <a:spcPts val="4500"/>
              </a:spcBef>
              <a:spcAft>
                <a:spcPts val="0"/>
              </a:spcAft>
              <a:buClr>
                <a:srgbClr val="FFFFFF"/>
              </a:buClr>
              <a:buSzPts val="4750"/>
              <a:buFont typeface="Helvetica Neue"/>
              <a:buChar char="•"/>
              <a:defRPr sz="3800"/>
            </a:lvl3pPr>
            <a:lvl4pPr indent="-530225" lvl="3" marL="1828800" algn="l">
              <a:lnSpc>
                <a:spcPct val="100000"/>
              </a:lnSpc>
              <a:spcBef>
                <a:spcPts val="4500"/>
              </a:spcBef>
              <a:spcAft>
                <a:spcPts val="0"/>
              </a:spcAft>
              <a:buClr>
                <a:srgbClr val="FFFFFF"/>
              </a:buClr>
              <a:buSzPts val="4750"/>
              <a:buFont typeface="Helvetica Neue"/>
              <a:buChar char="•"/>
              <a:defRPr sz="3800"/>
            </a:lvl4pPr>
            <a:lvl5pPr indent="-530225" lvl="4" marL="2286000" algn="l">
              <a:lnSpc>
                <a:spcPct val="100000"/>
              </a:lnSpc>
              <a:spcBef>
                <a:spcPts val="4500"/>
              </a:spcBef>
              <a:spcAft>
                <a:spcPts val="0"/>
              </a:spcAft>
              <a:buClr>
                <a:srgbClr val="FFFFFF"/>
              </a:buClr>
              <a:buSzPts val="4750"/>
              <a:buFont typeface="Helvetica Neue"/>
              <a:buChar char="•"/>
              <a:defRPr sz="38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44" name="Google Shape;44;p10"/>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Live Video Large">
  <p:cSld name="Title, Bullets &amp; Live Video Large">
    <p:spTree>
      <p:nvGrpSpPr>
        <p:cNvPr id="45" name="Shape 45"/>
        <p:cNvGrpSpPr/>
        <p:nvPr/>
      </p:nvGrpSpPr>
      <p:grpSpPr>
        <a:xfrm>
          <a:off x="0" y="0"/>
          <a:ext cx="0" cy="0"/>
          <a:chOff x="0" y="0"/>
          <a:chExt cx="0" cy="0"/>
        </a:xfrm>
      </p:grpSpPr>
      <p:sp>
        <p:nvSpPr>
          <p:cNvPr id="46" name="Google Shape;46;p11"/>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47" name="Google Shape;47;p11"/>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FFFFFF"/>
              </a:buClr>
              <a:buSzPts val="4750"/>
              <a:buFont typeface="Helvetica Neue"/>
              <a:buChar char="•"/>
              <a:defRPr sz="3800"/>
            </a:lvl1pPr>
            <a:lvl2pPr indent="-530225" lvl="1" marL="914400" algn="l">
              <a:lnSpc>
                <a:spcPct val="100000"/>
              </a:lnSpc>
              <a:spcBef>
                <a:spcPts val="4500"/>
              </a:spcBef>
              <a:spcAft>
                <a:spcPts val="0"/>
              </a:spcAft>
              <a:buClr>
                <a:srgbClr val="FFFFFF"/>
              </a:buClr>
              <a:buSzPts val="4750"/>
              <a:buFont typeface="Helvetica Neue"/>
              <a:buChar char="•"/>
              <a:defRPr sz="3800"/>
            </a:lvl2pPr>
            <a:lvl3pPr indent="-530225" lvl="2" marL="1371600" algn="l">
              <a:lnSpc>
                <a:spcPct val="100000"/>
              </a:lnSpc>
              <a:spcBef>
                <a:spcPts val="4500"/>
              </a:spcBef>
              <a:spcAft>
                <a:spcPts val="0"/>
              </a:spcAft>
              <a:buClr>
                <a:srgbClr val="FFFFFF"/>
              </a:buClr>
              <a:buSzPts val="4750"/>
              <a:buFont typeface="Helvetica Neue"/>
              <a:buChar char="•"/>
              <a:defRPr sz="3800"/>
            </a:lvl3pPr>
            <a:lvl4pPr indent="-530225" lvl="3" marL="1828800" algn="l">
              <a:lnSpc>
                <a:spcPct val="100000"/>
              </a:lnSpc>
              <a:spcBef>
                <a:spcPts val="4500"/>
              </a:spcBef>
              <a:spcAft>
                <a:spcPts val="0"/>
              </a:spcAft>
              <a:buClr>
                <a:srgbClr val="FFFFFF"/>
              </a:buClr>
              <a:buSzPts val="4750"/>
              <a:buFont typeface="Helvetica Neue"/>
              <a:buChar char="•"/>
              <a:defRPr sz="3800"/>
            </a:lvl4pPr>
            <a:lvl5pPr indent="-530225" lvl="4" marL="2286000" algn="l">
              <a:lnSpc>
                <a:spcPct val="100000"/>
              </a:lnSpc>
              <a:spcBef>
                <a:spcPts val="4500"/>
              </a:spcBef>
              <a:spcAft>
                <a:spcPts val="0"/>
              </a:spcAft>
              <a:buClr>
                <a:srgbClr val="FFFFFF"/>
              </a:buClr>
              <a:buSzPts val="4750"/>
              <a:buFont typeface="Helvetica Neue"/>
              <a:buChar char="•"/>
              <a:defRPr sz="38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48" name="Google Shape;48;p11"/>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49" name="Shape 49"/>
        <p:cNvGrpSpPr/>
        <p:nvPr/>
      </p:nvGrpSpPr>
      <p:grpSpPr>
        <a:xfrm>
          <a:off x="0" y="0"/>
          <a:ext cx="0" cy="0"/>
          <a:chOff x="0" y="0"/>
          <a:chExt cx="0" cy="0"/>
        </a:xfrm>
      </p:grpSpPr>
      <p:sp>
        <p:nvSpPr>
          <p:cNvPr id="50" name="Google Shape;50;p12"/>
          <p:cNvSpPr txBox="1"/>
          <p:nvPr>
            <p:ph idx="1" type="body"/>
          </p:nvPr>
        </p:nvSpPr>
        <p:spPr>
          <a:xfrm>
            <a:off x="1689100" y="1778000"/>
            <a:ext cx="21005800" cy="10160000"/>
          </a:xfrm>
          <a:prstGeom prst="rect">
            <a:avLst/>
          </a:prstGeom>
          <a:noFill/>
          <a:ln>
            <a:noFill/>
          </a:ln>
        </p:spPr>
        <p:txBody>
          <a:bodyPr anchorCtr="0" anchor="ctr" bIns="50800" lIns="50800" spcFirstLastPara="1" rIns="50800" wrap="square" tIns="50800">
            <a:normAutofit/>
          </a:bodyPr>
          <a:lstStyle>
            <a:lvl1pPr indent="-1117600" lvl="0" marL="457200" algn="l">
              <a:lnSpc>
                <a:spcPct val="80000"/>
              </a:lnSpc>
              <a:spcBef>
                <a:spcPts val="5900"/>
              </a:spcBef>
              <a:spcAft>
                <a:spcPts val="0"/>
              </a:spcAft>
              <a:buClr>
                <a:srgbClr val="FFFFFF"/>
              </a:buClr>
              <a:buSzPts val="14000"/>
              <a:buFont typeface="Helvetica Neue"/>
              <a:buChar char="•"/>
              <a:defRPr sz="11200"/>
            </a:lvl1pPr>
            <a:lvl2pPr indent="-1117600" lvl="1" marL="914400" algn="l">
              <a:lnSpc>
                <a:spcPct val="80000"/>
              </a:lnSpc>
              <a:spcBef>
                <a:spcPts val="5900"/>
              </a:spcBef>
              <a:spcAft>
                <a:spcPts val="0"/>
              </a:spcAft>
              <a:buClr>
                <a:srgbClr val="FFFFFF"/>
              </a:buClr>
              <a:buSzPts val="14000"/>
              <a:buFont typeface="Helvetica Neue"/>
              <a:buChar char="•"/>
              <a:defRPr sz="11200"/>
            </a:lvl2pPr>
            <a:lvl3pPr indent="-1117600" lvl="2" marL="1371600" algn="l">
              <a:lnSpc>
                <a:spcPct val="80000"/>
              </a:lnSpc>
              <a:spcBef>
                <a:spcPts val="5900"/>
              </a:spcBef>
              <a:spcAft>
                <a:spcPts val="0"/>
              </a:spcAft>
              <a:buClr>
                <a:srgbClr val="FFFFFF"/>
              </a:buClr>
              <a:buSzPts val="14000"/>
              <a:buFont typeface="Helvetica Neue"/>
              <a:buChar char="•"/>
              <a:defRPr sz="11200"/>
            </a:lvl3pPr>
            <a:lvl4pPr indent="-1117600" lvl="3" marL="1828800" algn="l">
              <a:lnSpc>
                <a:spcPct val="80000"/>
              </a:lnSpc>
              <a:spcBef>
                <a:spcPts val="5900"/>
              </a:spcBef>
              <a:spcAft>
                <a:spcPts val="0"/>
              </a:spcAft>
              <a:buClr>
                <a:srgbClr val="FFFFFF"/>
              </a:buClr>
              <a:buSzPts val="14000"/>
              <a:buFont typeface="Helvetica Neue"/>
              <a:buChar char="•"/>
              <a:defRPr sz="11200"/>
            </a:lvl4pPr>
            <a:lvl5pPr indent="-1117600" lvl="4" marL="2286000" algn="l">
              <a:lnSpc>
                <a:spcPct val="80000"/>
              </a:lnSpc>
              <a:spcBef>
                <a:spcPts val="5900"/>
              </a:spcBef>
              <a:spcAft>
                <a:spcPts val="0"/>
              </a:spcAft>
              <a:buClr>
                <a:srgbClr val="FFFFFF"/>
              </a:buClr>
              <a:buSzPts val="14000"/>
              <a:buFont typeface="Helvetica Neue"/>
              <a:buChar char="•"/>
              <a:defRPr sz="11200"/>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51" name="Google Shape;51;p12"/>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52" name="Shape 52"/>
        <p:cNvGrpSpPr/>
        <p:nvPr/>
      </p:nvGrpSpPr>
      <p:grpSpPr>
        <a:xfrm>
          <a:off x="0" y="0"/>
          <a:ext cx="0" cy="0"/>
          <a:chOff x="0" y="0"/>
          <a:chExt cx="0" cy="0"/>
        </a:xfrm>
      </p:grpSpPr>
      <p:sp>
        <p:nvSpPr>
          <p:cNvPr id="53" name="Google Shape;53;p13"/>
          <p:cNvSpPr/>
          <p:nvPr>
            <p:ph idx="2" type="pic"/>
          </p:nvPr>
        </p:nvSpPr>
        <p:spPr>
          <a:xfrm>
            <a:off x="15300325" y="7048500"/>
            <a:ext cx="8324850" cy="5549900"/>
          </a:xfrm>
          <a:prstGeom prst="rect">
            <a:avLst/>
          </a:prstGeom>
          <a:noFill/>
          <a:ln>
            <a:noFill/>
          </a:ln>
        </p:spPr>
      </p:sp>
      <p:sp>
        <p:nvSpPr>
          <p:cNvPr id="54" name="Google Shape;54;p13"/>
          <p:cNvSpPr/>
          <p:nvPr>
            <p:ph idx="3" type="pic"/>
          </p:nvPr>
        </p:nvSpPr>
        <p:spPr>
          <a:xfrm>
            <a:off x="15760700" y="863600"/>
            <a:ext cx="7404100" cy="7404100"/>
          </a:xfrm>
          <a:prstGeom prst="rect">
            <a:avLst/>
          </a:prstGeom>
          <a:noFill/>
          <a:ln>
            <a:noFill/>
          </a:ln>
        </p:spPr>
      </p:sp>
      <p:sp>
        <p:nvSpPr>
          <p:cNvPr id="55" name="Google Shape;55;p13"/>
          <p:cNvSpPr/>
          <p:nvPr>
            <p:ph idx="4" type="pic"/>
          </p:nvPr>
        </p:nvSpPr>
        <p:spPr>
          <a:xfrm>
            <a:off x="-990600" y="1130300"/>
            <a:ext cx="17202150" cy="11468100"/>
          </a:xfrm>
          <a:prstGeom prst="rect">
            <a:avLst/>
          </a:prstGeom>
          <a:noFill/>
          <a:ln>
            <a:noFill/>
          </a:ln>
        </p:spPr>
      </p:sp>
      <p:sp>
        <p:nvSpPr>
          <p:cNvPr id="56" name="Google Shape;56;p13"/>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57" name="Shape 57"/>
        <p:cNvGrpSpPr/>
        <p:nvPr/>
      </p:nvGrpSpPr>
      <p:grpSpPr>
        <a:xfrm>
          <a:off x="0" y="0"/>
          <a:ext cx="0" cy="0"/>
          <a:chOff x="0" y="0"/>
          <a:chExt cx="0" cy="0"/>
        </a:xfrm>
      </p:grpSpPr>
      <p:sp>
        <p:nvSpPr>
          <p:cNvPr id="58" name="Google Shape;58;p14"/>
          <p:cNvSpPr txBox="1"/>
          <p:nvPr>
            <p:ph idx="1" type="body"/>
          </p:nvPr>
        </p:nvSpPr>
        <p:spPr>
          <a:xfrm>
            <a:off x="2387600" y="8953500"/>
            <a:ext cx="19621500" cy="584200"/>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solidFill>
                  <a:srgbClr val="000000"/>
                </a:solidFill>
              </a:defRPr>
            </a:lvl1pPr>
            <a:lvl2pPr indent="-371475" lvl="1" marL="914400" algn="l">
              <a:lnSpc>
                <a:spcPct val="80000"/>
              </a:lnSpc>
              <a:spcBef>
                <a:spcPts val="5900"/>
              </a:spcBef>
              <a:spcAft>
                <a:spcPts val="0"/>
              </a:spcAft>
              <a:buClr>
                <a:srgbClr val="FFFFFF"/>
              </a:buClr>
              <a:buSzPts val="2250"/>
              <a:buChar char="•"/>
              <a:defRPr/>
            </a:lvl2pPr>
            <a:lvl3pPr indent="-371475" lvl="2" marL="1371600" algn="l">
              <a:lnSpc>
                <a:spcPct val="80000"/>
              </a:lnSpc>
              <a:spcBef>
                <a:spcPts val="5900"/>
              </a:spcBef>
              <a:spcAft>
                <a:spcPts val="0"/>
              </a:spcAft>
              <a:buClr>
                <a:srgbClr val="FFFFFF"/>
              </a:buClr>
              <a:buSzPts val="2250"/>
              <a:buChar char="•"/>
              <a:defRPr/>
            </a:lvl3pPr>
            <a:lvl4pPr indent="-371475" lvl="3" marL="1828800" algn="l">
              <a:lnSpc>
                <a:spcPct val="80000"/>
              </a:lnSpc>
              <a:spcBef>
                <a:spcPts val="5900"/>
              </a:spcBef>
              <a:spcAft>
                <a:spcPts val="0"/>
              </a:spcAft>
              <a:buClr>
                <a:srgbClr val="FFFFFF"/>
              </a:buClr>
              <a:buSzPts val="2250"/>
              <a:buChar char="•"/>
              <a:defRPr/>
            </a:lvl4pPr>
            <a:lvl5pPr indent="-371475" lvl="4" marL="2286000" algn="l">
              <a:lnSpc>
                <a:spcPct val="80000"/>
              </a:lnSpc>
              <a:spcBef>
                <a:spcPts val="5900"/>
              </a:spcBef>
              <a:spcAft>
                <a:spcPts val="0"/>
              </a:spcAft>
              <a:buClr>
                <a:srgbClr val="FFFFFF"/>
              </a:buClr>
              <a:buSzPts val="2250"/>
              <a:buChar char="•"/>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59" name="Google Shape;59;p14"/>
          <p:cNvSpPr txBox="1"/>
          <p:nvPr>
            <p:ph idx="2" type="body"/>
          </p:nvPr>
        </p:nvSpPr>
        <p:spPr>
          <a:xfrm>
            <a:off x="2387600" y="6070599"/>
            <a:ext cx="19621500" cy="838201"/>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a:buNone/>
              <a:defRPr sz="4800">
                <a:solidFill>
                  <a:srgbClr val="000000"/>
                </a:solidFill>
              </a:defRPr>
            </a:lvl1pPr>
            <a:lvl2pPr indent="-371475" lvl="1" marL="914400" algn="l">
              <a:lnSpc>
                <a:spcPct val="80000"/>
              </a:lnSpc>
              <a:spcBef>
                <a:spcPts val="5900"/>
              </a:spcBef>
              <a:spcAft>
                <a:spcPts val="0"/>
              </a:spcAft>
              <a:buClr>
                <a:srgbClr val="FFFFFF"/>
              </a:buClr>
              <a:buSzPts val="2250"/>
              <a:buChar char="•"/>
              <a:defRPr/>
            </a:lvl2pPr>
            <a:lvl3pPr indent="-371475" lvl="2" marL="1371600" algn="l">
              <a:lnSpc>
                <a:spcPct val="80000"/>
              </a:lnSpc>
              <a:spcBef>
                <a:spcPts val="5900"/>
              </a:spcBef>
              <a:spcAft>
                <a:spcPts val="0"/>
              </a:spcAft>
              <a:buClr>
                <a:srgbClr val="FFFFFF"/>
              </a:buClr>
              <a:buSzPts val="2250"/>
              <a:buChar char="•"/>
              <a:defRPr/>
            </a:lvl3pPr>
            <a:lvl4pPr indent="-371475" lvl="3" marL="1828800" algn="l">
              <a:lnSpc>
                <a:spcPct val="80000"/>
              </a:lnSpc>
              <a:spcBef>
                <a:spcPts val="5900"/>
              </a:spcBef>
              <a:spcAft>
                <a:spcPts val="0"/>
              </a:spcAft>
              <a:buClr>
                <a:srgbClr val="FFFFFF"/>
              </a:buClr>
              <a:buSzPts val="2250"/>
              <a:buChar char="•"/>
              <a:defRPr/>
            </a:lvl4pPr>
            <a:lvl5pPr indent="-371475" lvl="4" marL="2286000" algn="l">
              <a:lnSpc>
                <a:spcPct val="80000"/>
              </a:lnSpc>
              <a:spcBef>
                <a:spcPts val="5900"/>
              </a:spcBef>
              <a:spcAft>
                <a:spcPts val="0"/>
              </a:spcAft>
              <a:buClr>
                <a:srgbClr val="FFFFFF"/>
              </a:buClr>
              <a:buSzPts val="2250"/>
              <a:buChar char="•"/>
              <a:defRPr/>
            </a:lvl5pPr>
            <a:lvl6pPr indent="-371475" lvl="5" marL="2743200" algn="l">
              <a:lnSpc>
                <a:spcPct val="80000"/>
              </a:lnSpc>
              <a:spcBef>
                <a:spcPts val="5900"/>
              </a:spcBef>
              <a:spcAft>
                <a:spcPts val="0"/>
              </a:spcAft>
              <a:buClr>
                <a:srgbClr val="FFFFFF"/>
              </a:buClr>
              <a:buSzPts val="2250"/>
              <a:buChar char="•"/>
              <a:defRPr/>
            </a:lvl6pPr>
            <a:lvl7pPr indent="-371475" lvl="6" marL="3200400" algn="l">
              <a:lnSpc>
                <a:spcPct val="80000"/>
              </a:lnSpc>
              <a:spcBef>
                <a:spcPts val="5900"/>
              </a:spcBef>
              <a:spcAft>
                <a:spcPts val="0"/>
              </a:spcAft>
              <a:buClr>
                <a:srgbClr val="FFFFFF"/>
              </a:buClr>
              <a:buSzPts val="2250"/>
              <a:buChar char="•"/>
              <a:defRPr/>
            </a:lvl7pPr>
            <a:lvl8pPr indent="-371475" lvl="7" marL="3657600" algn="l">
              <a:lnSpc>
                <a:spcPct val="80000"/>
              </a:lnSpc>
              <a:spcBef>
                <a:spcPts val="5900"/>
              </a:spcBef>
              <a:spcAft>
                <a:spcPts val="0"/>
              </a:spcAft>
              <a:buClr>
                <a:srgbClr val="FFFFFF"/>
              </a:buClr>
              <a:buSzPts val="2250"/>
              <a:buChar char="•"/>
              <a:defRPr/>
            </a:lvl8pPr>
            <a:lvl9pPr indent="-371475" lvl="8" marL="4114800" algn="l">
              <a:lnSpc>
                <a:spcPct val="80000"/>
              </a:lnSpc>
              <a:spcBef>
                <a:spcPts val="5900"/>
              </a:spcBef>
              <a:spcAft>
                <a:spcPts val="0"/>
              </a:spcAft>
              <a:buClr>
                <a:srgbClr val="FFFFFF"/>
              </a:buClr>
              <a:buSzPts val="2250"/>
              <a:buChar char="•"/>
              <a:defRPr/>
            </a:lvl9pPr>
          </a:lstStyle>
          <a:p/>
        </p:txBody>
      </p:sp>
      <p:sp>
        <p:nvSpPr>
          <p:cNvPr id="60" name="Google Shape;60;p14"/>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a:buNone/>
              <a:defRPr sz="2400">
                <a:solidFill>
                  <a:srgbClr val="000000"/>
                </a:solidFill>
              </a:defRPr>
            </a:lvl1pPr>
            <a:lvl2pPr indent="0" lvl="1" marL="0" algn="ctr">
              <a:lnSpc>
                <a:spcPct val="100000"/>
              </a:lnSpc>
              <a:spcBef>
                <a:spcPts val="0"/>
              </a:spcBef>
              <a:spcAft>
                <a:spcPts val="0"/>
              </a:spcAft>
              <a:buClr>
                <a:srgbClr val="000000"/>
              </a:buClr>
              <a:buSzPts val="2400"/>
              <a:buFont typeface="Helvetica Neue"/>
              <a:buNone/>
              <a:defRPr sz="2400">
                <a:solidFill>
                  <a:srgbClr val="000000"/>
                </a:solidFill>
              </a:defRPr>
            </a:lvl2pPr>
            <a:lvl3pPr indent="0" lvl="2" marL="0" algn="ctr">
              <a:lnSpc>
                <a:spcPct val="100000"/>
              </a:lnSpc>
              <a:spcBef>
                <a:spcPts val="0"/>
              </a:spcBef>
              <a:spcAft>
                <a:spcPts val="0"/>
              </a:spcAft>
              <a:buClr>
                <a:srgbClr val="000000"/>
              </a:buClr>
              <a:buSzPts val="2400"/>
              <a:buFont typeface="Helvetica Neue"/>
              <a:buNone/>
              <a:defRPr sz="2400">
                <a:solidFill>
                  <a:srgbClr val="000000"/>
                </a:solidFill>
              </a:defRPr>
            </a:lvl3pPr>
            <a:lvl4pPr indent="0" lvl="3" marL="0" algn="ctr">
              <a:lnSpc>
                <a:spcPct val="100000"/>
              </a:lnSpc>
              <a:spcBef>
                <a:spcPts val="0"/>
              </a:spcBef>
              <a:spcAft>
                <a:spcPts val="0"/>
              </a:spcAft>
              <a:buClr>
                <a:srgbClr val="000000"/>
              </a:buClr>
              <a:buSzPts val="2400"/>
              <a:buFont typeface="Helvetica Neue"/>
              <a:buNone/>
              <a:defRPr sz="2400">
                <a:solidFill>
                  <a:srgbClr val="000000"/>
                </a:solidFill>
              </a:defRPr>
            </a:lvl4pPr>
            <a:lvl5pPr indent="0" lvl="4" marL="0" algn="ctr">
              <a:lnSpc>
                <a:spcPct val="100000"/>
              </a:lnSpc>
              <a:spcBef>
                <a:spcPts val="0"/>
              </a:spcBef>
              <a:spcAft>
                <a:spcPts val="0"/>
              </a:spcAft>
              <a:buClr>
                <a:srgbClr val="000000"/>
              </a:buClr>
              <a:buSzPts val="2400"/>
              <a:buFont typeface="Helvetica Neue"/>
              <a:buNone/>
              <a:defRPr sz="2400">
                <a:solidFill>
                  <a:srgbClr val="000000"/>
                </a:solidFill>
              </a:defRPr>
            </a:lvl5pPr>
            <a:lvl6pPr indent="0" lvl="5" marL="0" algn="ctr">
              <a:lnSpc>
                <a:spcPct val="100000"/>
              </a:lnSpc>
              <a:spcBef>
                <a:spcPts val="0"/>
              </a:spcBef>
              <a:spcAft>
                <a:spcPts val="0"/>
              </a:spcAft>
              <a:buClr>
                <a:srgbClr val="000000"/>
              </a:buClr>
              <a:buSzPts val="2400"/>
              <a:buFont typeface="Helvetica Neue"/>
              <a:buNone/>
              <a:defRPr sz="2400">
                <a:solidFill>
                  <a:srgbClr val="000000"/>
                </a:solidFill>
              </a:defRPr>
            </a:lvl6pPr>
            <a:lvl7pPr indent="0" lvl="6" marL="0" algn="ctr">
              <a:lnSpc>
                <a:spcPct val="100000"/>
              </a:lnSpc>
              <a:spcBef>
                <a:spcPts val="0"/>
              </a:spcBef>
              <a:spcAft>
                <a:spcPts val="0"/>
              </a:spcAft>
              <a:buClr>
                <a:srgbClr val="000000"/>
              </a:buClr>
              <a:buSzPts val="2400"/>
              <a:buFont typeface="Helvetica Neue"/>
              <a:buNone/>
              <a:defRPr sz="2400">
                <a:solidFill>
                  <a:srgbClr val="000000"/>
                </a:solidFill>
              </a:defRPr>
            </a:lvl7pPr>
            <a:lvl8pPr indent="0" lvl="7" marL="0" algn="ctr">
              <a:lnSpc>
                <a:spcPct val="100000"/>
              </a:lnSpc>
              <a:spcBef>
                <a:spcPts val="0"/>
              </a:spcBef>
              <a:spcAft>
                <a:spcPts val="0"/>
              </a:spcAft>
              <a:buClr>
                <a:srgbClr val="000000"/>
              </a:buClr>
              <a:buSzPts val="2400"/>
              <a:buFont typeface="Helvetica Neue"/>
              <a:buNone/>
              <a:defRPr sz="2400">
                <a:solidFill>
                  <a:srgbClr val="000000"/>
                </a:solidFill>
              </a:defRPr>
            </a:lvl8pPr>
            <a:lvl9pPr indent="0" lvl="8" marL="0" algn="ctr">
              <a:lnSpc>
                <a:spcPct val="100000"/>
              </a:lnSpc>
              <a:spcBef>
                <a:spcPts val="0"/>
              </a:spcBef>
              <a:spcAft>
                <a:spcPts val="0"/>
              </a:spcAft>
              <a:buClr>
                <a:srgbClr val="000000"/>
              </a:buClr>
              <a:buSzPts val="2400"/>
              <a:buFont typeface="Helvetica Neue"/>
              <a:buNone/>
              <a:defRPr sz="2400">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1" name="Shape 61"/>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62" name="Shape 62"/>
        <p:cNvGrpSpPr/>
        <p:nvPr/>
      </p:nvGrpSpPr>
      <p:grpSpPr>
        <a:xfrm>
          <a:off x="0" y="0"/>
          <a:ext cx="0" cy="0"/>
          <a:chOff x="0" y="0"/>
          <a:chExt cx="0" cy="0"/>
        </a:xfrm>
      </p:grpSpPr>
      <p:sp>
        <p:nvSpPr>
          <p:cNvPr id="63" name="Google Shape;63;p16"/>
          <p:cNvSpPr txBox="1"/>
          <p:nvPr>
            <p:ph type="ctrTitle"/>
          </p:nvPr>
        </p:nvSpPr>
        <p:spPr>
          <a:xfrm>
            <a:off x="831222" y="1985533"/>
            <a:ext cx="22721700" cy="5473500"/>
          </a:xfrm>
          <a:prstGeom prst="rect">
            <a:avLst/>
          </a:prstGeom>
        </p:spPr>
        <p:txBody>
          <a:bodyPr anchorCtr="0" anchor="b" bIns="50800" lIns="50800" spcFirstLastPara="1" rIns="50800" wrap="square" tIns="50800">
            <a:normAutofit/>
          </a:bodyPr>
          <a:lstStyle>
            <a:lvl1pPr lvl="0" rtl="0" algn="ctr">
              <a:spcBef>
                <a:spcPts val="0"/>
              </a:spcBef>
              <a:spcAft>
                <a:spcPts val="0"/>
              </a:spcAft>
              <a:buSzPts val="13900"/>
              <a:buFont typeface="Poppins"/>
              <a:buNone/>
              <a:defRPr sz="13900">
                <a:latin typeface="Poppins"/>
                <a:ea typeface="Poppins"/>
                <a:cs typeface="Poppins"/>
                <a:sym typeface="Poppins"/>
              </a:defRPr>
            </a:lvl1pPr>
            <a:lvl2pPr lvl="1" rtl="0" algn="ctr">
              <a:spcBef>
                <a:spcPts val="0"/>
              </a:spcBef>
              <a:spcAft>
                <a:spcPts val="0"/>
              </a:spcAft>
              <a:buSzPts val="13900"/>
              <a:buNone/>
              <a:defRPr sz="13900"/>
            </a:lvl2pPr>
            <a:lvl3pPr lvl="2" rtl="0" algn="ctr">
              <a:spcBef>
                <a:spcPts val="0"/>
              </a:spcBef>
              <a:spcAft>
                <a:spcPts val="0"/>
              </a:spcAft>
              <a:buSzPts val="13900"/>
              <a:buNone/>
              <a:defRPr sz="13900"/>
            </a:lvl3pPr>
            <a:lvl4pPr lvl="3" rtl="0" algn="ctr">
              <a:spcBef>
                <a:spcPts val="0"/>
              </a:spcBef>
              <a:spcAft>
                <a:spcPts val="0"/>
              </a:spcAft>
              <a:buSzPts val="13900"/>
              <a:buNone/>
              <a:defRPr sz="13900"/>
            </a:lvl4pPr>
            <a:lvl5pPr lvl="4" rtl="0" algn="ctr">
              <a:spcBef>
                <a:spcPts val="0"/>
              </a:spcBef>
              <a:spcAft>
                <a:spcPts val="0"/>
              </a:spcAft>
              <a:buSzPts val="13900"/>
              <a:buNone/>
              <a:defRPr sz="13900"/>
            </a:lvl5pPr>
            <a:lvl6pPr lvl="5" rtl="0" algn="ctr">
              <a:spcBef>
                <a:spcPts val="0"/>
              </a:spcBef>
              <a:spcAft>
                <a:spcPts val="0"/>
              </a:spcAft>
              <a:buSzPts val="13900"/>
              <a:buNone/>
              <a:defRPr sz="13900"/>
            </a:lvl6pPr>
            <a:lvl7pPr lvl="6" rtl="0" algn="ctr">
              <a:spcBef>
                <a:spcPts val="0"/>
              </a:spcBef>
              <a:spcAft>
                <a:spcPts val="0"/>
              </a:spcAft>
              <a:buSzPts val="13900"/>
              <a:buNone/>
              <a:defRPr sz="13900"/>
            </a:lvl7pPr>
            <a:lvl8pPr lvl="7" rtl="0" algn="ctr">
              <a:spcBef>
                <a:spcPts val="0"/>
              </a:spcBef>
              <a:spcAft>
                <a:spcPts val="0"/>
              </a:spcAft>
              <a:buSzPts val="13900"/>
              <a:buNone/>
              <a:defRPr sz="13900"/>
            </a:lvl8pPr>
            <a:lvl9pPr lvl="8" rtl="0" algn="ctr">
              <a:spcBef>
                <a:spcPts val="0"/>
              </a:spcBef>
              <a:spcAft>
                <a:spcPts val="0"/>
              </a:spcAft>
              <a:buSzPts val="13900"/>
              <a:buNone/>
              <a:defRPr sz="13900"/>
            </a:lvl9pPr>
          </a:lstStyle>
          <a:p/>
        </p:txBody>
      </p:sp>
      <p:sp>
        <p:nvSpPr>
          <p:cNvPr id="64" name="Google Shape;64;p16"/>
          <p:cNvSpPr txBox="1"/>
          <p:nvPr>
            <p:ph idx="1" type="subTitle"/>
          </p:nvPr>
        </p:nvSpPr>
        <p:spPr>
          <a:xfrm>
            <a:off x="831200" y="7557667"/>
            <a:ext cx="22721700" cy="2113500"/>
          </a:xfrm>
          <a:prstGeom prst="rect">
            <a:avLst/>
          </a:prstGeom>
        </p:spPr>
        <p:txBody>
          <a:bodyPr anchorCtr="0" anchor="ctr" bIns="50800" lIns="50800" spcFirstLastPara="1" rIns="50800" wrap="square" tIns="50800">
            <a:normAutofit/>
          </a:bodyPr>
          <a:lstStyle>
            <a:lvl1pPr lvl="0" rtl="0" algn="ctr">
              <a:lnSpc>
                <a:spcPct val="100000"/>
              </a:lnSpc>
              <a:spcBef>
                <a:spcPts val="5900"/>
              </a:spcBef>
              <a:spcAft>
                <a:spcPts val="0"/>
              </a:spcAft>
              <a:buSzPts val="7500"/>
              <a:buFont typeface="Poppins"/>
              <a:buNone/>
              <a:defRPr sz="7500">
                <a:latin typeface="Poppins"/>
                <a:ea typeface="Poppins"/>
                <a:cs typeface="Poppins"/>
                <a:sym typeface="Poppins"/>
              </a:defRPr>
            </a:lvl1pPr>
            <a:lvl2pPr lvl="1" rtl="0" algn="ctr">
              <a:lnSpc>
                <a:spcPct val="100000"/>
              </a:lnSpc>
              <a:spcBef>
                <a:spcPts val="5900"/>
              </a:spcBef>
              <a:spcAft>
                <a:spcPts val="0"/>
              </a:spcAft>
              <a:buSzPts val="7500"/>
              <a:buFont typeface="Poppins"/>
              <a:buNone/>
              <a:defRPr sz="7500">
                <a:latin typeface="Poppins"/>
                <a:ea typeface="Poppins"/>
                <a:cs typeface="Poppins"/>
                <a:sym typeface="Poppins"/>
              </a:defRPr>
            </a:lvl2pPr>
            <a:lvl3pPr lvl="2" rtl="0" algn="ctr">
              <a:lnSpc>
                <a:spcPct val="100000"/>
              </a:lnSpc>
              <a:spcBef>
                <a:spcPts val="5900"/>
              </a:spcBef>
              <a:spcAft>
                <a:spcPts val="0"/>
              </a:spcAft>
              <a:buSzPts val="7500"/>
              <a:buFont typeface="Poppins"/>
              <a:buNone/>
              <a:defRPr sz="7500">
                <a:latin typeface="Poppins"/>
                <a:ea typeface="Poppins"/>
                <a:cs typeface="Poppins"/>
                <a:sym typeface="Poppins"/>
              </a:defRPr>
            </a:lvl3pPr>
            <a:lvl4pPr lvl="3" rtl="0" algn="ctr">
              <a:lnSpc>
                <a:spcPct val="100000"/>
              </a:lnSpc>
              <a:spcBef>
                <a:spcPts val="5900"/>
              </a:spcBef>
              <a:spcAft>
                <a:spcPts val="0"/>
              </a:spcAft>
              <a:buSzPts val="7500"/>
              <a:buFont typeface="Poppins"/>
              <a:buNone/>
              <a:defRPr sz="7500">
                <a:latin typeface="Poppins"/>
                <a:ea typeface="Poppins"/>
                <a:cs typeface="Poppins"/>
                <a:sym typeface="Poppins"/>
              </a:defRPr>
            </a:lvl4pPr>
            <a:lvl5pPr lvl="4" rtl="0" algn="ctr">
              <a:lnSpc>
                <a:spcPct val="100000"/>
              </a:lnSpc>
              <a:spcBef>
                <a:spcPts val="5900"/>
              </a:spcBef>
              <a:spcAft>
                <a:spcPts val="0"/>
              </a:spcAft>
              <a:buSzPts val="7500"/>
              <a:buFont typeface="Poppins"/>
              <a:buNone/>
              <a:defRPr sz="7500">
                <a:latin typeface="Poppins"/>
                <a:ea typeface="Poppins"/>
                <a:cs typeface="Poppins"/>
                <a:sym typeface="Poppins"/>
              </a:defRPr>
            </a:lvl5pPr>
            <a:lvl6pPr lvl="5" rtl="0" algn="ctr">
              <a:lnSpc>
                <a:spcPct val="100000"/>
              </a:lnSpc>
              <a:spcBef>
                <a:spcPts val="5900"/>
              </a:spcBef>
              <a:spcAft>
                <a:spcPts val="0"/>
              </a:spcAft>
              <a:buSzPts val="7500"/>
              <a:buFont typeface="Poppins"/>
              <a:buNone/>
              <a:defRPr sz="7500">
                <a:latin typeface="Poppins"/>
                <a:ea typeface="Poppins"/>
                <a:cs typeface="Poppins"/>
                <a:sym typeface="Poppins"/>
              </a:defRPr>
            </a:lvl6pPr>
            <a:lvl7pPr lvl="6" rtl="0" algn="ctr">
              <a:lnSpc>
                <a:spcPct val="100000"/>
              </a:lnSpc>
              <a:spcBef>
                <a:spcPts val="5900"/>
              </a:spcBef>
              <a:spcAft>
                <a:spcPts val="0"/>
              </a:spcAft>
              <a:buSzPts val="7500"/>
              <a:buFont typeface="Poppins"/>
              <a:buNone/>
              <a:defRPr sz="7500">
                <a:latin typeface="Poppins"/>
                <a:ea typeface="Poppins"/>
                <a:cs typeface="Poppins"/>
                <a:sym typeface="Poppins"/>
              </a:defRPr>
            </a:lvl7pPr>
            <a:lvl8pPr lvl="7" rtl="0" algn="ctr">
              <a:lnSpc>
                <a:spcPct val="100000"/>
              </a:lnSpc>
              <a:spcBef>
                <a:spcPts val="5900"/>
              </a:spcBef>
              <a:spcAft>
                <a:spcPts val="0"/>
              </a:spcAft>
              <a:buSzPts val="7500"/>
              <a:buFont typeface="Poppins"/>
              <a:buNone/>
              <a:defRPr sz="7500">
                <a:latin typeface="Poppins"/>
                <a:ea typeface="Poppins"/>
                <a:cs typeface="Poppins"/>
                <a:sym typeface="Poppins"/>
              </a:defRPr>
            </a:lvl8pPr>
            <a:lvl9pPr lvl="8" rtl="0" algn="ctr">
              <a:lnSpc>
                <a:spcPct val="100000"/>
              </a:lnSpc>
              <a:spcBef>
                <a:spcPts val="5900"/>
              </a:spcBef>
              <a:spcAft>
                <a:spcPts val="0"/>
              </a:spcAft>
              <a:buSzPts val="7500"/>
              <a:buFont typeface="Poppins"/>
              <a:buNone/>
              <a:defRPr sz="7500">
                <a:latin typeface="Poppins"/>
                <a:ea typeface="Poppins"/>
                <a:cs typeface="Poppins"/>
                <a:sym typeface="Poppi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5" name="Shape 6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66" name="Shape 66"/>
        <p:cNvGrpSpPr/>
        <p:nvPr/>
      </p:nvGrpSpPr>
      <p:grpSpPr>
        <a:xfrm>
          <a:off x="0" y="0"/>
          <a:ext cx="0" cy="0"/>
          <a:chOff x="0" y="0"/>
          <a:chExt cx="0" cy="0"/>
        </a:xfrm>
      </p:grpSpPr>
      <p:pic>
        <p:nvPicPr>
          <p:cNvPr descr="preencoded.png" id="67" name="Google Shape;67;p18"/>
          <p:cNvPicPr preferRelativeResize="0"/>
          <p:nvPr/>
        </p:nvPicPr>
        <p:blipFill rotWithShape="1">
          <a:blip r:embed="rId2">
            <a:alphaModFix/>
          </a:blip>
          <a:srcRect b="0" l="0" r="0" t="0"/>
          <a:stretch/>
        </p:blipFill>
        <p:spPr>
          <a:xfrm>
            <a:off x="2109558" y="1655505"/>
            <a:ext cx="20164768" cy="9791147"/>
          </a:xfrm>
          <a:prstGeom prst="rect">
            <a:avLst/>
          </a:prstGeom>
          <a:noFill/>
          <a:ln>
            <a:noFill/>
          </a:ln>
        </p:spPr>
      </p:pic>
      <p:pic>
        <p:nvPicPr>
          <p:cNvPr id="68" name="Google Shape;68;p18"/>
          <p:cNvPicPr preferRelativeResize="0"/>
          <p:nvPr/>
        </p:nvPicPr>
        <p:blipFill>
          <a:blip r:embed="rId3">
            <a:alphaModFix/>
          </a:blip>
          <a:stretch>
            <a:fillRect/>
          </a:stretch>
        </p:blipFill>
        <p:spPr>
          <a:xfrm>
            <a:off x="22902343" y="11941351"/>
            <a:ext cx="879033" cy="1152350"/>
          </a:xfrm>
          <a:prstGeom prst="rect">
            <a:avLst/>
          </a:prstGeom>
          <a:noFill/>
          <a:ln>
            <a:noFill/>
          </a:ln>
        </p:spPr>
      </p:pic>
      <p:sp>
        <p:nvSpPr>
          <p:cNvPr id="69" name="Google Shape;69;p18"/>
          <p:cNvSpPr txBox="1"/>
          <p:nvPr>
            <p:ph type="title"/>
          </p:nvPr>
        </p:nvSpPr>
        <p:spPr>
          <a:xfrm>
            <a:off x="3222775" y="3376275"/>
            <a:ext cx="6867600" cy="4546500"/>
          </a:xfrm>
          <a:prstGeom prst="rect">
            <a:avLst/>
          </a:prstGeom>
        </p:spPr>
        <p:txBody>
          <a:bodyPr anchorCtr="0" anchor="t" bIns="50800" lIns="50800" spcFirstLastPara="1" rIns="50800" wrap="square" tIns="50800">
            <a:normAutofit/>
          </a:bodyPr>
          <a:lstStyle>
            <a:lvl1pPr lvl="0" algn="l">
              <a:spcBef>
                <a:spcPts val="0"/>
              </a:spcBef>
              <a:spcAft>
                <a:spcPts val="0"/>
              </a:spcAft>
              <a:buClr>
                <a:srgbClr val="162C63"/>
              </a:buClr>
              <a:buSzPts val="8000"/>
              <a:buNone/>
              <a:defRPr sz="8000">
                <a:solidFill>
                  <a:srgbClr val="162C63"/>
                </a:solidFill>
              </a:defRPr>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p:txBody>
      </p:sp>
      <p:sp>
        <p:nvSpPr>
          <p:cNvPr id="70" name="Google Shape;70;p18"/>
          <p:cNvSpPr/>
          <p:nvPr>
            <p:ph idx="2" type="pic"/>
          </p:nvPr>
        </p:nvSpPr>
        <p:spPr>
          <a:xfrm>
            <a:off x="11085475" y="2882975"/>
            <a:ext cx="7214700" cy="7336200"/>
          </a:xfrm>
          <a:prstGeom prst="roundRect">
            <a:avLst>
              <a:gd fmla="val 16667" name="adj"/>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ONE_COLUMN_TEXT_1_1">
    <p:spTree>
      <p:nvGrpSpPr>
        <p:cNvPr id="71" name="Shape 71"/>
        <p:cNvGrpSpPr/>
        <p:nvPr/>
      </p:nvGrpSpPr>
      <p:grpSpPr>
        <a:xfrm>
          <a:off x="0" y="0"/>
          <a:ext cx="0" cy="0"/>
          <a:chOff x="0" y="0"/>
          <a:chExt cx="0" cy="0"/>
        </a:xfrm>
      </p:grpSpPr>
      <p:sp>
        <p:nvSpPr>
          <p:cNvPr id="72" name="Google Shape;72;p19"/>
          <p:cNvSpPr txBox="1"/>
          <p:nvPr>
            <p:ph type="title"/>
          </p:nvPr>
        </p:nvSpPr>
        <p:spPr>
          <a:xfrm>
            <a:off x="1946667" y="1516000"/>
            <a:ext cx="8802300" cy="3684000"/>
          </a:xfrm>
          <a:prstGeom prst="rect">
            <a:avLst/>
          </a:prstGeom>
        </p:spPr>
        <p:txBody>
          <a:bodyPr anchorCtr="0" anchor="ctr" bIns="50800" lIns="50800" spcFirstLastPara="1" rIns="50800" wrap="square" tIns="50800">
            <a:normAutofit/>
          </a:bodyPr>
          <a:lstStyle>
            <a:lvl1pPr lvl="0" rtl="0">
              <a:spcBef>
                <a:spcPts val="0"/>
              </a:spcBef>
              <a:spcAft>
                <a:spcPts val="0"/>
              </a:spcAft>
              <a:buClr>
                <a:schemeClr val="dk2"/>
              </a:buClr>
              <a:buSzPts val="6900"/>
              <a:buFont typeface="Poppins"/>
              <a:buNone/>
              <a:defRPr b="0" sz="6900">
                <a:solidFill>
                  <a:schemeClr val="dk2"/>
                </a:solidFill>
                <a:latin typeface="Poppins"/>
                <a:ea typeface="Poppins"/>
                <a:cs typeface="Poppins"/>
                <a:sym typeface="Poppins"/>
              </a:defRPr>
            </a:lvl1pPr>
            <a:lvl2pPr lvl="1" rtl="0">
              <a:spcBef>
                <a:spcPts val="0"/>
              </a:spcBef>
              <a:spcAft>
                <a:spcPts val="0"/>
              </a:spcAft>
              <a:buClr>
                <a:schemeClr val="dk2"/>
              </a:buClr>
              <a:buSzPts val="6900"/>
              <a:buNone/>
              <a:defRPr sz="6900">
                <a:solidFill>
                  <a:schemeClr val="dk2"/>
                </a:solidFill>
              </a:defRPr>
            </a:lvl2pPr>
            <a:lvl3pPr lvl="2" rtl="0">
              <a:spcBef>
                <a:spcPts val="0"/>
              </a:spcBef>
              <a:spcAft>
                <a:spcPts val="0"/>
              </a:spcAft>
              <a:buClr>
                <a:schemeClr val="dk2"/>
              </a:buClr>
              <a:buSzPts val="6900"/>
              <a:buNone/>
              <a:defRPr sz="6900">
                <a:solidFill>
                  <a:schemeClr val="dk2"/>
                </a:solidFill>
              </a:defRPr>
            </a:lvl3pPr>
            <a:lvl4pPr lvl="3" rtl="0">
              <a:spcBef>
                <a:spcPts val="0"/>
              </a:spcBef>
              <a:spcAft>
                <a:spcPts val="0"/>
              </a:spcAft>
              <a:buClr>
                <a:schemeClr val="dk2"/>
              </a:buClr>
              <a:buSzPts val="6900"/>
              <a:buNone/>
              <a:defRPr sz="6900">
                <a:solidFill>
                  <a:schemeClr val="dk2"/>
                </a:solidFill>
              </a:defRPr>
            </a:lvl4pPr>
            <a:lvl5pPr lvl="4" rtl="0">
              <a:spcBef>
                <a:spcPts val="0"/>
              </a:spcBef>
              <a:spcAft>
                <a:spcPts val="0"/>
              </a:spcAft>
              <a:buClr>
                <a:schemeClr val="dk2"/>
              </a:buClr>
              <a:buSzPts val="6900"/>
              <a:buNone/>
              <a:defRPr sz="6900">
                <a:solidFill>
                  <a:schemeClr val="dk2"/>
                </a:solidFill>
              </a:defRPr>
            </a:lvl5pPr>
            <a:lvl6pPr lvl="5" rtl="0">
              <a:spcBef>
                <a:spcPts val="0"/>
              </a:spcBef>
              <a:spcAft>
                <a:spcPts val="0"/>
              </a:spcAft>
              <a:buClr>
                <a:schemeClr val="dk2"/>
              </a:buClr>
              <a:buSzPts val="6900"/>
              <a:buNone/>
              <a:defRPr sz="6900">
                <a:solidFill>
                  <a:schemeClr val="dk2"/>
                </a:solidFill>
              </a:defRPr>
            </a:lvl6pPr>
            <a:lvl7pPr lvl="6" rtl="0">
              <a:spcBef>
                <a:spcPts val="0"/>
              </a:spcBef>
              <a:spcAft>
                <a:spcPts val="0"/>
              </a:spcAft>
              <a:buClr>
                <a:schemeClr val="dk2"/>
              </a:buClr>
              <a:buSzPts val="6900"/>
              <a:buNone/>
              <a:defRPr sz="6900">
                <a:solidFill>
                  <a:schemeClr val="dk2"/>
                </a:solidFill>
              </a:defRPr>
            </a:lvl7pPr>
            <a:lvl8pPr lvl="7" rtl="0">
              <a:spcBef>
                <a:spcPts val="0"/>
              </a:spcBef>
              <a:spcAft>
                <a:spcPts val="0"/>
              </a:spcAft>
              <a:buClr>
                <a:schemeClr val="dk2"/>
              </a:buClr>
              <a:buSzPts val="6900"/>
              <a:buNone/>
              <a:defRPr sz="6900">
                <a:solidFill>
                  <a:schemeClr val="dk2"/>
                </a:solidFill>
              </a:defRPr>
            </a:lvl8pPr>
            <a:lvl9pPr lvl="8" rtl="0">
              <a:spcBef>
                <a:spcPts val="0"/>
              </a:spcBef>
              <a:spcAft>
                <a:spcPts val="0"/>
              </a:spcAft>
              <a:buClr>
                <a:schemeClr val="dk2"/>
              </a:buClr>
              <a:buSzPts val="6900"/>
              <a:buNone/>
              <a:defRPr sz="6900">
                <a:solidFill>
                  <a:schemeClr val="dk2"/>
                </a:solidFill>
              </a:defRPr>
            </a:lvl9pPr>
          </a:lstStyle>
          <a:p/>
        </p:txBody>
      </p:sp>
      <p:sp>
        <p:nvSpPr>
          <p:cNvPr id="73" name="Google Shape;73;p19"/>
          <p:cNvSpPr txBox="1"/>
          <p:nvPr>
            <p:ph idx="1" type="body"/>
          </p:nvPr>
        </p:nvSpPr>
        <p:spPr>
          <a:xfrm>
            <a:off x="1923267" y="4486333"/>
            <a:ext cx="8802300" cy="4260000"/>
          </a:xfrm>
          <a:prstGeom prst="rect">
            <a:avLst/>
          </a:prstGeom>
        </p:spPr>
        <p:txBody>
          <a:bodyPr anchorCtr="0" anchor="ctr" bIns="50800" lIns="50800" spcFirstLastPara="1" rIns="50800" wrap="square" tIns="50800">
            <a:normAutofit/>
          </a:bodyPr>
          <a:lstStyle>
            <a:lvl1pPr indent="-641350" lvl="0" marL="457200" rtl="0">
              <a:spcBef>
                <a:spcPts val="5900"/>
              </a:spcBef>
              <a:spcAft>
                <a:spcPts val="0"/>
              </a:spcAft>
              <a:buSzPts val="6500"/>
              <a:buFont typeface="Poppins"/>
              <a:buChar char="•"/>
              <a:defRPr>
                <a:latin typeface="Poppins"/>
                <a:ea typeface="Poppins"/>
                <a:cs typeface="Poppins"/>
                <a:sym typeface="Poppins"/>
              </a:defRPr>
            </a:lvl1pPr>
            <a:lvl2pPr indent="-641350" lvl="1" marL="914400" rtl="0">
              <a:spcBef>
                <a:spcPts val="5900"/>
              </a:spcBef>
              <a:spcAft>
                <a:spcPts val="0"/>
              </a:spcAft>
              <a:buSzPts val="6500"/>
              <a:buFont typeface="Poppins"/>
              <a:buChar char="•"/>
              <a:defRPr>
                <a:latin typeface="Poppins"/>
                <a:ea typeface="Poppins"/>
                <a:cs typeface="Poppins"/>
                <a:sym typeface="Poppins"/>
              </a:defRPr>
            </a:lvl2pPr>
            <a:lvl3pPr indent="-641350" lvl="2" marL="1371600" rtl="0">
              <a:spcBef>
                <a:spcPts val="5900"/>
              </a:spcBef>
              <a:spcAft>
                <a:spcPts val="0"/>
              </a:spcAft>
              <a:buSzPts val="6500"/>
              <a:buFont typeface="Poppins"/>
              <a:buChar char="•"/>
              <a:defRPr>
                <a:latin typeface="Poppins"/>
                <a:ea typeface="Poppins"/>
                <a:cs typeface="Poppins"/>
                <a:sym typeface="Poppins"/>
              </a:defRPr>
            </a:lvl3pPr>
            <a:lvl4pPr indent="-641350" lvl="3" marL="1828800" rtl="0">
              <a:spcBef>
                <a:spcPts val="5900"/>
              </a:spcBef>
              <a:spcAft>
                <a:spcPts val="0"/>
              </a:spcAft>
              <a:buSzPts val="6500"/>
              <a:buFont typeface="Poppins"/>
              <a:buChar char="•"/>
              <a:defRPr>
                <a:latin typeface="Poppins"/>
                <a:ea typeface="Poppins"/>
                <a:cs typeface="Poppins"/>
                <a:sym typeface="Poppins"/>
              </a:defRPr>
            </a:lvl4pPr>
            <a:lvl5pPr indent="-641350" lvl="4" marL="2286000" rtl="0">
              <a:spcBef>
                <a:spcPts val="5900"/>
              </a:spcBef>
              <a:spcAft>
                <a:spcPts val="0"/>
              </a:spcAft>
              <a:buSzPts val="6500"/>
              <a:buFont typeface="Poppins"/>
              <a:buChar char="•"/>
              <a:defRPr>
                <a:latin typeface="Poppins"/>
                <a:ea typeface="Poppins"/>
                <a:cs typeface="Poppins"/>
                <a:sym typeface="Poppins"/>
              </a:defRPr>
            </a:lvl5pPr>
            <a:lvl6pPr indent="-641350" lvl="5" marL="2743200" rtl="0">
              <a:spcBef>
                <a:spcPts val="5900"/>
              </a:spcBef>
              <a:spcAft>
                <a:spcPts val="0"/>
              </a:spcAft>
              <a:buSzPts val="6500"/>
              <a:buFont typeface="Poppins"/>
              <a:buChar char="•"/>
              <a:defRPr>
                <a:latin typeface="Poppins"/>
                <a:ea typeface="Poppins"/>
                <a:cs typeface="Poppins"/>
                <a:sym typeface="Poppins"/>
              </a:defRPr>
            </a:lvl6pPr>
            <a:lvl7pPr indent="-641350" lvl="6" marL="3200400" rtl="0">
              <a:spcBef>
                <a:spcPts val="5900"/>
              </a:spcBef>
              <a:spcAft>
                <a:spcPts val="0"/>
              </a:spcAft>
              <a:buSzPts val="6500"/>
              <a:buFont typeface="Poppins"/>
              <a:buChar char="•"/>
              <a:defRPr>
                <a:latin typeface="Poppins"/>
                <a:ea typeface="Poppins"/>
                <a:cs typeface="Poppins"/>
                <a:sym typeface="Poppins"/>
              </a:defRPr>
            </a:lvl7pPr>
            <a:lvl8pPr indent="-641350" lvl="7" marL="3657600" rtl="0">
              <a:spcBef>
                <a:spcPts val="5900"/>
              </a:spcBef>
              <a:spcAft>
                <a:spcPts val="0"/>
              </a:spcAft>
              <a:buSzPts val="6500"/>
              <a:buFont typeface="Poppins"/>
              <a:buChar char="•"/>
              <a:defRPr>
                <a:latin typeface="Poppins"/>
                <a:ea typeface="Poppins"/>
                <a:cs typeface="Poppins"/>
                <a:sym typeface="Poppins"/>
              </a:defRPr>
            </a:lvl8pPr>
            <a:lvl9pPr indent="-641350" lvl="8" marL="4114800" rtl="0">
              <a:spcBef>
                <a:spcPts val="5900"/>
              </a:spcBef>
              <a:spcAft>
                <a:spcPts val="0"/>
              </a:spcAft>
              <a:buSzPts val="6500"/>
              <a:buFont typeface="Poppins"/>
              <a:buChar char="•"/>
              <a:defRPr>
                <a:latin typeface="Poppins"/>
                <a:ea typeface="Poppins"/>
                <a:cs typeface="Poppins"/>
                <a:sym typeface="Poppi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74" name="Shape 74"/>
        <p:cNvGrpSpPr/>
        <p:nvPr/>
      </p:nvGrpSpPr>
      <p:grpSpPr>
        <a:xfrm>
          <a:off x="0" y="0"/>
          <a:ext cx="0" cy="0"/>
          <a:chOff x="0" y="0"/>
          <a:chExt cx="0" cy="0"/>
        </a:xfrm>
      </p:grpSpPr>
      <p:sp>
        <p:nvSpPr>
          <p:cNvPr id="75" name="Google Shape;75;p20"/>
          <p:cNvSpPr/>
          <p:nvPr>
            <p:ph idx="2" type="pic"/>
          </p:nvPr>
        </p:nvSpPr>
        <p:spPr>
          <a:xfrm>
            <a:off x="11433200" y="0"/>
            <a:ext cx="12950700" cy="13716000"/>
          </a:xfrm>
          <a:prstGeom prst="rect">
            <a:avLst/>
          </a:prstGeom>
          <a:noFill/>
          <a:ln>
            <a:noFill/>
          </a:ln>
        </p:spPr>
      </p:sp>
      <p:pic>
        <p:nvPicPr>
          <p:cNvPr id="76" name="Google Shape;76;p20"/>
          <p:cNvPicPr preferRelativeResize="0"/>
          <p:nvPr/>
        </p:nvPicPr>
        <p:blipFill rotWithShape="1">
          <a:blip r:embed="rId2">
            <a:alphaModFix/>
          </a:blip>
          <a:srcRect b="258" l="0" r="0" t="258"/>
          <a:stretch/>
        </p:blipFill>
        <p:spPr>
          <a:xfrm>
            <a:off x="1099425" y="888850"/>
            <a:ext cx="9297023" cy="8600376"/>
          </a:xfrm>
          <a:prstGeom prst="rect">
            <a:avLst/>
          </a:prstGeom>
          <a:noFill/>
          <a:ln>
            <a:noFill/>
          </a:ln>
        </p:spPr>
      </p:pic>
      <p:pic>
        <p:nvPicPr>
          <p:cNvPr id="77" name="Google Shape;77;p20"/>
          <p:cNvPicPr preferRelativeResize="0"/>
          <p:nvPr/>
        </p:nvPicPr>
        <p:blipFill>
          <a:blip r:embed="rId3">
            <a:alphaModFix/>
          </a:blip>
          <a:stretch>
            <a:fillRect/>
          </a:stretch>
        </p:blipFill>
        <p:spPr>
          <a:xfrm>
            <a:off x="2754401" y="10407990"/>
            <a:ext cx="2495698" cy="2319001"/>
          </a:xfrm>
          <a:prstGeom prst="rect">
            <a:avLst/>
          </a:prstGeom>
          <a:noFill/>
          <a:ln>
            <a:noFill/>
          </a:ln>
        </p:spPr>
      </p:pic>
      <p:sp>
        <p:nvSpPr>
          <p:cNvPr id="78" name="Google Shape;78;p20"/>
          <p:cNvSpPr txBox="1"/>
          <p:nvPr>
            <p:ph type="title"/>
          </p:nvPr>
        </p:nvSpPr>
        <p:spPr>
          <a:xfrm>
            <a:off x="2781575" y="2877475"/>
            <a:ext cx="5582400" cy="4853400"/>
          </a:xfrm>
          <a:prstGeom prst="rect">
            <a:avLst/>
          </a:prstGeom>
        </p:spPr>
        <p:txBody>
          <a:bodyPr anchorCtr="0" anchor="t" bIns="50800" lIns="50800" spcFirstLastPara="1" rIns="50800" wrap="square" tIns="50800">
            <a:normAutofit/>
          </a:bodyPr>
          <a:lstStyle>
            <a:lvl1pPr lvl="0" algn="l">
              <a:spcBef>
                <a:spcPts val="0"/>
              </a:spcBef>
              <a:spcAft>
                <a:spcPts val="0"/>
              </a:spcAft>
              <a:buClr>
                <a:srgbClr val="162C63"/>
              </a:buClr>
              <a:buSzPts val="7000"/>
              <a:buNone/>
              <a:defRPr sz="7000">
                <a:solidFill>
                  <a:srgbClr val="162C63"/>
                </a:solidFill>
              </a:defRPr>
            </a:lvl1pPr>
            <a:lvl2pPr lvl="1">
              <a:spcBef>
                <a:spcPts val="0"/>
              </a:spcBef>
              <a:spcAft>
                <a:spcPts val="0"/>
              </a:spcAft>
              <a:buSzPts val="11200"/>
              <a:buNone/>
              <a:defRPr/>
            </a:lvl2pPr>
            <a:lvl3pPr lvl="2">
              <a:spcBef>
                <a:spcPts val="0"/>
              </a:spcBef>
              <a:spcAft>
                <a:spcPts val="0"/>
              </a:spcAft>
              <a:buSzPts val="11200"/>
              <a:buNone/>
              <a:defRPr/>
            </a:lvl3pPr>
            <a:lvl4pPr lvl="3">
              <a:spcBef>
                <a:spcPts val="0"/>
              </a:spcBef>
              <a:spcAft>
                <a:spcPts val="0"/>
              </a:spcAft>
              <a:buSzPts val="11200"/>
              <a:buNone/>
              <a:defRPr/>
            </a:lvl4pPr>
            <a:lvl5pPr lvl="4">
              <a:spcBef>
                <a:spcPts val="0"/>
              </a:spcBef>
              <a:spcAft>
                <a:spcPts val="0"/>
              </a:spcAft>
              <a:buSzPts val="11200"/>
              <a:buNone/>
              <a:defRPr/>
            </a:lvl5pPr>
            <a:lvl6pPr lvl="5">
              <a:spcBef>
                <a:spcPts val="0"/>
              </a:spcBef>
              <a:spcAft>
                <a:spcPts val="0"/>
              </a:spcAft>
              <a:buSzPts val="11200"/>
              <a:buNone/>
              <a:defRPr/>
            </a:lvl6pPr>
            <a:lvl7pPr lvl="6">
              <a:spcBef>
                <a:spcPts val="0"/>
              </a:spcBef>
              <a:spcAft>
                <a:spcPts val="0"/>
              </a:spcAft>
              <a:buSzPts val="11200"/>
              <a:buNone/>
              <a:defRPr/>
            </a:lvl7pPr>
            <a:lvl8pPr lvl="7">
              <a:spcBef>
                <a:spcPts val="0"/>
              </a:spcBef>
              <a:spcAft>
                <a:spcPts val="0"/>
              </a:spcAft>
              <a:buSzPts val="11200"/>
              <a:buNone/>
              <a:defRPr/>
            </a:lvl8pPr>
            <a:lvl9pPr lvl="8">
              <a:spcBef>
                <a:spcPts val="0"/>
              </a:spcBef>
              <a:spcAft>
                <a:spcPts val="0"/>
              </a:spcAft>
              <a:buSzPts val="112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alt1">
  <p:cSld name="TITLE_1_1">
    <p:bg>
      <p:bgPr>
        <a:solidFill>
          <a:schemeClr val="lt2"/>
        </a:solidFill>
      </p:bgPr>
    </p:bg>
    <p:spTree>
      <p:nvGrpSpPr>
        <p:cNvPr id="79" name="Shape 79"/>
        <p:cNvGrpSpPr/>
        <p:nvPr/>
      </p:nvGrpSpPr>
      <p:grpSpPr>
        <a:xfrm>
          <a:off x="0" y="0"/>
          <a:ext cx="0" cy="0"/>
          <a:chOff x="0" y="0"/>
          <a:chExt cx="0" cy="0"/>
        </a:xfrm>
      </p:grpSpPr>
      <p:pic>
        <p:nvPicPr>
          <p:cNvPr id="80" name="Google Shape;80;p21"/>
          <p:cNvPicPr preferRelativeResize="0"/>
          <p:nvPr/>
        </p:nvPicPr>
        <p:blipFill rotWithShape="1">
          <a:blip r:embed="rId2">
            <a:alphaModFix/>
          </a:blip>
          <a:srcRect b="4743" l="0" r="0" t="0"/>
          <a:stretch/>
        </p:blipFill>
        <p:spPr>
          <a:xfrm>
            <a:off x="0" y="0"/>
            <a:ext cx="24384000" cy="13716000"/>
          </a:xfrm>
          <a:prstGeom prst="rect">
            <a:avLst/>
          </a:prstGeom>
          <a:noFill/>
          <a:ln>
            <a:noFill/>
          </a:ln>
        </p:spPr>
      </p:pic>
      <p:sp>
        <p:nvSpPr>
          <p:cNvPr id="81" name="Google Shape;81;p21"/>
          <p:cNvSpPr txBox="1"/>
          <p:nvPr>
            <p:ph type="ctrTitle"/>
          </p:nvPr>
        </p:nvSpPr>
        <p:spPr>
          <a:xfrm>
            <a:off x="1945200" y="3526533"/>
            <a:ext cx="20501700" cy="4439100"/>
          </a:xfrm>
          <a:prstGeom prst="rect">
            <a:avLst/>
          </a:prstGeom>
        </p:spPr>
        <p:txBody>
          <a:bodyPr anchorCtr="0" anchor="ctr" bIns="50800" lIns="50800" spcFirstLastPara="1" rIns="50800" wrap="square" tIns="50800">
            <a:normAutofit/>
          </a:bodyPr>
          <a:lstStyle>
            <a:lvl1pPr lvl="0" rtl="0">
              <a:spcBef>
                <a:spcPts val="0"/>
              </a:spcBef>
              <a:spcAft>
                <a:spcPts val="0"/>
              </a:spcAft>
              <a:buClr>
                <a:srgbClr val="FFFFFF"/>
              </a:buClr>
              <a:buSzPts val="11200"/>
              <a:buNone/>
              <a:defRPr sz="11200">
                <a:solidFill>
                  <a:srgbClr val="FFFFFF"/>
                </a:solidFill>
              </a:defRPr>
            </a:lvl1pPr>
            <a:lvl2pPr lvl="1" rtl="0">
              <a:spcBef>
                <a:spcPts val="0"/>
              </a:spcBef>
              <a:spcAft>
                <a:spcPts val="0"/>
              </a:spcAft>
              <a:buClr>
                <a:schemeClr val="dk2"/>
              </a:buClr>
              <a:buSzPts val="11200"/>
              <a:buNone/>
              <a:defRPr sz="11200">
                <a:solidFill>
                  <a:schemeClr val="dk2"/>
                </a:solidFill>
              </a:defRPr>
            </a:lvl2pPr>
            <a:lvl3pPr lvl="2" rtl="0">
              <a:spcBef>
                <a:spcPts val="0"/>
              </a:spcBef>
              <a:spcAft>
                <a:spcPts val="0"/>
              </a:spcAft>
              <a:buClr>
                <a:schemeClr val="dk2"/>
              </a:buClr>
              <a:buSzPts val="11200"/>
              <a:buNone/>
              <a:defRPr sz="11200">
                <a:solidFill>
                  <a:schemeClr val="dk2"/>
                </a:solidFill>
              </a:defRPr>
            </a:lvl3pPr>
            <a:lvl4pPr lvl="3" rtl="0">
              <a:spcBef>
                <a:spcPts val="0"/>
              </a:spcBef>
              <a:spcAft>
                <a:spcPts val="0"/>
              </a:spcAft>
              <a:buClr>
                <a:schemeClr val="dk2"/>
              </a:buClr>
              <a:buSzPts val="11200"/>
              <a:buNone/>
              <a:defRPr sz="11200">
                <a:solidFill>
                  <a:schemeClr val="dk2"/>
                </a:solidFill>
              </a:defRPr>
            </a:lvl4pPr>
            <a:lvl5pPr lvl="4" rtl="0">
              <a:spcBef>
                <a:spcPts val="0"/>
              </a:spcBef>
              <a:spcAft>
                <a:spcPts val="0"/>
              </a:spcAft>
              <a:buClr>
                <a:schemeClr val="dk2"/>
              </a:buClr>
              <a:buSzPts val="11200"/>
              <a:buNone/>
              <a:defRPr sz="11200">
                <a:solidFill>
                  <a:schemeClr val="dk2"/>
                </a:solidFill>
              </a:defRPr>
            </a:lvl5pPr>
            <a:lvl6pPr lvl="5" rtl="0">
              <a:spcBef>
                <a:spcPts val="0"/>
              </a:spcBef>
              <a:spcAft>
                <a:spcPts val="0"/>
              </a:spcAft>
              <a:buClr>
                <a:schemeClr val="dk2"/>
              </a:buClr>
              <a:buSzPts val="11200"/>
              <a:buNone/>
              <a:defRPr sz="11200">
                <a:solidFill>
                  <a:schemeClr val="dk2"/>
                </a:solidFill>
              </a:defRPr>
            </a:lvl6pPr>
            <a:lvl7pPr lvl="6" rtl="0">
              <a:spcBef>
                <a:spcPts val="0"/>
              </a:spcBef>
              <a:spcAft>
                <a:spcPts val="0"/>
              </a:spcAft>
              <a:buClr>
                <a:schemeClr val="dk2"/>
              </a:buClr>
              <a:buSzPts val="11200"/>
              <a:buNone/>
              <a:defRPr sz="11200">
                <a:solidFill>
                  <a:schemeClr val="dk2"/>
                </a:solidFill>
              </a:defRPr>
            </a:lvl7pPr>
            <a:lvl8pPr lvl="7" rtl="0">
              <a:spcBef>
                <a:spcPts val="0"/>
              </a:spcBef>
              <a:spcAft>
                <a:spcPts val="0"/>
              </a:spcAft>
              <a:buClr>
                <a:schemeClr val="dk2"/>
              </a:buClr>
              <a:buSzPts val="11200"/>
              <a:buNone/>
              <a:defRPr sz="11200">
                <a:solidFill>
                  <a:schemeClr val="dk2"/>
                </a:solidFill>
              </a:defRPr>
            </a:lvl8pPr>
            <a:lvl9pPr lvl="8" rtl="0">
              <a:spcBef>
                <a:spcPts val="0"/>
              </a:spcBef>
              <a:spcAft>
                <a:spcPts val="0"/>
              </a:spcAft>
              <a:buClr>
                <a:schemeClr val="dk2"/>
              </a:buClr>
              <a:buSzPts val="11200"/>
              <a:buNone/>
              <a:defRPr sz="11200">
                <a:solidFill>
                  <a:schemeClr val="dk2"/>
                </a:solidFill>
              </a:defRPr>
            </a:lvl9pPr>
          </a:lstStyle>
          <a:p/>
        </p:txBody>
      </p:sp>
      <p:sp>
        <p:nvSpPr>
          <p:cNvPr id="82" name="Google Shape;82;p21"/>
          <p:cNvSpPr txBox="1"/>
          <p:nvPr>
            <p:ph idx="1" type="subTitle"/>
          </p:nvPr>
        </p:nvSpPr>
        <p:spPr>
          <a:xfrm>
            <a:off x="1945673" y="8461067"/>
            <a:ext cx="20501700" cy="1443300"/>
          </a:xfrm>
          <a:prstGeom prst="rect">
            <a:avLst/>
          </a:prstGeom>
        </p:spPr>
        <p:txBody>
          <a:bodyPr anchorCtr="0" anchor="ctr" bIns="50800" lIns="50800" spcFirstLastPara="1" rIns="50800" wrap="square" tIns="50800">
            <a:normAutofit/>
          </a:bodyPr>
          <a:lstStyle>
            <a:lvl1pPr lvl="0" rtl="0">
              <a:lnSpc>
                <a:spcPct val="100000"/>
              </a:lnSpc>
              <a:spcBef>
                <a:spcPts val="5900"/>
              </a:spcBef>
              <a:spcAft>
                <a:spcPts val="0"/>
              </a:spcAft>
              <a:buClr>
                <a:srgbClr val="53B0EB"/>
              </a:buClr>
              <a:buSzPts val="4300"/>
              <a:buNone/>
              <a:defRPr sz="4300">
                <a:solidFill>
                  <a:srgbClr val="53B0EB"/>
                </a:solidFill>
              </a:defRPr>
            </a:lvl1pPr>
            <a:lvl2pPr lvl="1" rtl="0">
              <a:lnSpc>
                <a:spcPct val="100000"/>
              </a:lnSpc>
              <a:spcBef>
                <a:spcPts val="5900"/>
              </a:spcBef>
              <a:spcAft>
                <a:spcPts val="0"/>
              </a:spcAft>
              <a:buClr>
                <a:srgbClr val="53B0EB"/>
              </a:buClr>
              <a:buSzPts val="4300"/>
              <a:buNone/>
              <a:defRPr sz="4300">
                <a:solidFill>
                  <a:srgbClr val="53B0EB"/>
                </a:solidFill>
              </a:defRPr>
            </a:lvl2pPr>
            <a:lvl3pPr lvl="2" rtl="0">
              <a:lnSpc>
                <a:spcPct val="100000"/>
              </a:lnSpc>
              <a:spcBef>
                <a:spcPts val="5900"/>
              </a:spcBef>
              <a:spcAft>
                <a:spcPts val="0"/>
              </a:spcAft>
              <a:buClr>
                <a:srgbClr val="53B0EB"/>
              </a:buClr>
              <a:buSzPts val="4300"/>
              <a:buNone/>
              <a:defRPr sz="4300">
                <a:solidFill>
                  <a:srgbClr val="53B0EB"/>
                </a:solidFill>
              </a:defRPr>
            </a:lvl3pPr>
            <a:lvl4pPr lvl="3" rtl="0">
              <a:lnSpc>
                <a:spcPct val="100000"/>
              </a:lnSpc>
              <a:spcBef>
                <a:spcPts val="5900"/>
              </a:spcBef>
              <a:spcAft>
                <a:spcPts val="0"/>
              </a:spcAft>
              <a:buClr>
                <a:srgbClr val="53B0EB"/>
              </a:buClr>
              <a:buSzPts val="4300"/>
              <a:buNone/>
              <a:defRPr sz="4300">
                <a:solidFill>
                  <a:srgbClr val="53B0EB"/>
                </a:solidFill>
              </a:defRPr>
            </a:lvl4pPr>
            <a:lvl5pPr lvl="4" rtl="0">
              <a:lnSpc>
                <a:spcPct val="100000"/>
              </a:lnSpc>
              <a:spcBef>
                <a:spcPts val="5900"/>
              </a:spcBef>
              <a:spcAft>
                <a:spcPts val="0"/>
              </a:spcAft>
              <a:buClr>
                <a:srgbClr val="53B0EB"/>
              </a:buClr>
              <a:buSzPts val="4300"/>
              <a:buNone/>
              <a:defRPr sz="4300">
                <a:solidFill>
                  <a:srgbClr val="53B0EB"/>
                </a:solidFill>
              </a:defRPr>
            </a:lvl5pPr>
            <a:lvl6pPr lvl="5" rtl="0">
              <a:lnSpc>
                <a:spcPct val="100000"/>
              </a:lnSpc>
              <a:spcBef>
                <a:spcPts val="5900"/>
              </a:spcBef>
              <a:spcAft>
                <a:spcPts val="0"/>
              </a:spcAft>
              <a:buClr>
                <a:srgbClr val="53B0EB"/>
              </a:buClr>
              <a:buSzPts val="4300"/>
              <a:buNone/>
              <a:defRPr sz="4300">
                <a:solidFill>
                  <a:srgbClr val="53B0EB"/>
                </a:solidFill>
              </a:defRPr>
            </a:lvl6pPr>
            <a:lvl7pPr lvl="6" rtl="0">
              <a:lnSpc>
                <a:spcPct val="100000"/>
              </a:lnSpc>
              <a:spcBef>
                <a:spcPts val="5900"/>
              </a:spcBef>
              <a:spcAft>
                <a:spcPts val="0"/>
              </a:spcAft>
              <a:buClr>
                <a:srgbClr val="53B0EB"/>
              </a:buClr>
              <a:buSzPts val="4300"/>
              <a:buNone/>
              <a:defRPr sz="4300">
                <a:solidFill>
                  <a:srgbClr val="53B0EB"/>
                </a:solidFill>
              </a:defRPr>
            </a:lvl7pPr>
            <a:lvl8pPr lvl="7" rtl="0">
              <a:lnSpc>
                <a:spcPct val="100000"/>
              </a:lnSpc>
              <a:spcBef>
                <a:spcPts val="5900"/>
              </a:spcBef>
              <a:spcAft>
                <a:spcPts val="0"/>
              </a:spcAft>
              <a:buClr>
                <a:srgbClr val="53B0EB"/>
              </a:buClr>
              <a:buSzPts val="4300"/>
              <a:buNone/>
              <a:defRPr sz="4300">
                <a:solidFill>
                  <a:srgbClr val="53B0EB"/>
                </a:solidFill>
              </a:defRPr>
            </a:lvl8pPr>
            <a:lvl9pPr lvl="8" rtl="0">
              <a:lnSpc>
                <a:spcPct val="100000"/>
              </a:lnSpc>
              <a:spcBef>
                <a:spcPts val="5900"/>
              </a:spcBef>
              <a:spcAft>
                <a:spcPts val="0"/>
              </a:spcAft>
              <a:buClr>
                <a:srgbClr val="53B0EB"/>
              </a:buClr>
              <a:buSzPts val="4300"/>
              <a:buNone/>
              <a:defRPr sz="4300">
                <a:solidFill>
                  <a:srgbClr val="53B0EB"/>
                </a:solidFill>
              </a:defRPr>
            </a:lvl9pPr>
          </a:lstStyle>
          <a:p/>
        </p:txBody>
      </p:sp>
      <p:sp>
        <p:nvSpPr>
          <p:cNvPr id="83" name="Google Shape;83;p21"/>
          <p:cNvSpPr txBox="1"/>
          <p:nvPr>
            <p:ph idx="12" type="sldNum"/>
          </p:nvPr>
        </p:nvSpPr>
        <p:spPr>
          <a:xfrm>
            <a:off x="22763473" y="12666269"/>
            <a:ext cx="1463100" cy="471900"/>
          </a:xfrm>
          <a:prstGeom prst="rect">
            <a:avLst/>
          </a:prstGeom>
        </p:spPr>
        <p:txBody>
          <a:bodyPr anchorCtr="0" anchor="t" bIns="50800" lIns="50800" spcFirstLastPara="1" rIns="50800" wrap="square" tIns="5080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US"/>
              <a:t>‹#›</a:t>
            </a:fld>
            <a:endParaRPr/>
          </a:p>
        </p:txBody>
      </p:sp>
      <p:cxnSp>
        <p:nvCxnSpPr>
          <p:cNvPr id="84" name="Google Shape;84;p21">
            <a:hlinkClick/>
          </p:cNvPr>
          <p:cNvCxnSpPr/>
          <p:nvPr/>
        </p:nvCxnSpPr>
        <p:spPr>
          <a:xfrm>
            <a:off x="22930179" y="576933"/>
            <a:ext cx="576900" cy="0"/>
          </a:xfrm>
          <a:prstGeom prst="straightConnector1">
            <a:avLst/>
          </a:prstGeom>
          <a:noFill/>
          <a:ln cap="flat" cmpd="sng" w="9525">
            <a:solidFill>
              <a:srgbClr val="B7B7B7"/>
            </a:solidFill>
            <a:prstDash val="solid"/>
            <a:round/>
            <a:headEnd len="med" w="med" type="none"/>
            <a:tailEnd len="med" w="med" type="none"/>
          </a:ln>
        </p:spPr>
      </p:cxnSp>
      <p:cxnSp>
        <p:nvCxnSpPr>
          <p:cNvPr id="85" name="Google Shape;85;p21">
            <a:hlinkClick/>
          </p:cNvPr>
          <p:cNvCxnSpPr/>
          <p:nvPr/>
        </p:nvCxnSpPr>
        <p:spPr>
          <a:xfrm>
            <a:off x="22930179" y="667033"/>
            <a:ext cx="576900" cy="0"/>
          </a:xfrm>
          <a:prstGeom prst="straightConnector1">
            <a:avLst/>
          </a:prstGeom>
          <a:noFill/>
          <a:ln cap="flat" cmpd="sng" w="9525">
            <a:solidFill>
              <a:srgbClr val="B7B7B7"/>
            </a:solidFill>
            <a:prstDash val="solid"/>
            <a:round/>
            <a:headEnd len="med" w="med" type="none"/>
            <a:tailEnd len="med" w="med" type="none"/>
          </a:ln>
        </p:spPr>
      </p:cxnSp>
      <p:cxnSp>
        <p:nvCxnSpPr>
          <p:cNvPr id="86" name="Google Shape;86;p21">
            <a:hlinkClick/>
          </p:cNvPr>
          <p:cNvCxnSpPr/>
          <p:nvPr/>
        </p:nvCxnSpPr>
        <p:spPr>
          <a:xfrm>
            <a:off x="22930179" y="757133"/>
            <a:ext cx="5769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87" name="Shape 87"/>
        <p:cNvGrpSpPr/>
        <p:nvPr/>
      </p:nvGrpSpPr>
      <p:grpSpPr>
        <a:xfrm>
          <a:off x="0" y="0"/>
          <a:ext cx="0" cy="0"/>
          <a:chOff x="0" y="0"/>
          <a:chExt cx="0" cy="0"/>
        </a:xfrm>
      </p:grpSpPr>
      <p:sp>
        <p:nvSpPr>
          <p:cNvPr id="88" name="Google Shape;88;p22"/>
          <p:cNvSpPr txBox="1"/>
          <p:nvPr>
            <p:ph idx="12" type="sldNum"/>
          </p:nvPr>
        </p:nvSpPr>
        <p:spPr>
          <a:xfrm>
            <a:off x="22593221" y="12435245"/>
            <a:ext cx="1463100" cy="471900"/>
          </a:xfrm>
          <a:prstGeom prst="rect">
            <a:avLst/>
          </a:prstGeom>
        </p:spPr>
        <p:txBody>
          <a:bodyPr anchorCtr="0" anchor="t" bIns="50800" lIns="50800" spcFirstLastPara="1" rIns="50800" wrap="square" tIns="5080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9pPr>
          </a:lstStyle>
          <a:p/>
        </p:txBody>
      </p:sp>
      <p:sp>
        <p:nvSpPr>
          <p:cNvPr id="7" name="Google Shape;7;p1"/>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41350" lvl="0" marL="4572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1pPr>
            <a:lvl2pPr indent="-641350" lvl="1" marL="9144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2pPr>
            <a:lvl3pPr indent="-641350" lvl="2" marL="13716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3pPr>
            <a:lvl4pPr indent="-641350" lvl="3" marL="18288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4pPr>
            <a:lvl5pPr indent="-641350" lvl="4" marL="22860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5pPr>
            <a:lvl6pPr indent="-641350" lvl="5" marL="27432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6pPr>
            <a:lvl7pPr indent="-641350" lvl="6" marL="32004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7pPr>
            <a:lvl8pPr indent="-641350" lvl="7" marL="36576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8pPr>
            <a:lvl9pPr indent="-641350" lvl="8" marL="4114800" marR="0" rtl="0" algn="l">
              <a:lnSpc>
                <a:spcPct val="80000"/>
              </a:lnSpc>
              <a:spcBef>
                <a:spcPts val="5900"/>
              </a:spcBef>
              <a:spcAft>
                <a:spcPts val="0"/>
              </a:spcAft>
              <a:buClr>
                <a:srgbClr val="FFFFFF"/>
              </a:buClr>
              <a:buSzPts val="6500"/>
              <a:buFont typeface="Helvetica Neue"/>
              <a:buChar char="•"/>
              <a:defRPr b="0" i="0" sz="5200" u="none" cap="none" strike="noStrike">
                <a:solidFill>
                  <a:srgbClr val="FFFFFF"/>
                </a:solidFill>
                <a:latin typeface="Helvetica Neue"/>
                <a:ea typeface="Helvetica Neue"/>
                <a:cs typeface="Helvetica Neue"/>
                <a:sym typeface="Helvetica Neue"/>
              </a:defRPr>
            </a:lvl9pPr>
          </a:lstStyle>
          <a:p/>
        </p:txBody>
      </p:sp>
      <p:sp>
        <p:nvSpPr>
          <p:cNvPr id="8" name="Google Shape;8;p1"/>
          <p:cNvSpPr txBox="1"/>
          <p:nvPr>
            <p:ph idx="12" type="sldNum"/>
          </p:nvPr>
        </p:nvSpPr>
        <p:spPr>
          <a:xfrm>
            <a:off x="11958984" y="13081000"/>
            <a:ext cx="453332" cy="469900"/>
          </a:xfrm>
          <a:prstGeom prst="rect">
            <a:avLst/>
          </a:prstGeom>
          <a:noFill/>
          <a:ln>
            <a:noFill/>
          </a:ln>
        </p:spPr>
        <p:txBody>
          <a:bodyPr anchorCtr="0" anchor="t" bIns="50800" lIns="50800" spcFirstLastPara="1" rIns="50800" wrap="square" tIns="50800">
            <a:spAutoFit/>
          </a:bodyPr>
          <a:lstStyle>
            <a:lvl1pPr indent="0" lvl="0"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2400"/>
              <a:buFont typeface="Helvetica Neue"/>
              <a:buNone/>
              <a:defRPr b="0" i="0" sz="24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25.jpg"/><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27.jp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6.jpg"/><Relationship Id="rId5" Type="http://schemas.openxmlformats.org/officeDocument/2006/relationships/image" Target="../media/image13.png"/><Relationship Id="rId6" Type="http://schemas.openxmlformats.org/officeDocument/2006/relationships/image" Target="../media/image4.jpg"/><Relationship Id="rId7" Type="http://schemas.openxmlformats.org/officeDocument/2006/relationships/image" Target="../media/image10.png"/><Relationship Id="rId8" Type="http://schemas.openxmlformats.org/officeDocument/2006/relationships/image" Target="../media/image7.png"/><Relationship Id="rId9" Type="http://schemas.openxmlformats.org/officeDocument/2006/relationships/image" Target="../media/image22.png"/><Relationship Id="rId10" Type="http://schemas.openxmlformats.org/officeDocument/2006/relationships/image" Target="../media/image15.png"/><Relationship Id="rId11"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2.png"/><Relationship Id="rId5" Type="http://schemas.openxmlformats.org/officeDocument/2006/relationships/image" Target="../media/image21.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21.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47.png"/><Relationship Id="rId5" Type="http://schemas.openxmlformats.org/officeDocument/2006/relationships/image" Target="../media/image21.png"/><Relationship Id="rId6"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6.png"/><Relationship Id="rId6" Type="http://schemas.openxmlformats.org/officeDocument/2006/relationships/image" Target="../media/image51.jpg"/><Relationship Id="rId7" Type="http://schemas.openxmlformats.org/officeDocument/2006/relationships/image" Target="../media/image25.jpg"/><Relationship Id="rId8" Type="http://schemas.openxmlformats.org/officeDocument/2006/relationships/image" Target="../media/image27.jpg"/><Relationship Id="rId9" Type="http://schemas.openxmlformats.org/officeDocument/2006/relationships/image" Target="../media/image45.jpg"/><Relationship Id="rId10" Type="http://schemas.openxmlformats.org/officeDocument/2006/relationships/image" Target="../media/image7.png"/><Relationship Id="rId1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49.png"/><Relationship Id="rId4" Type="http://schemas.openxmlformats.org/officeDocument/2006/relationships/image" Target="../media/image28.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2.png"/><Relationship Id="rId8" Type="http://schemas.openxmlformats.org/officeDocument/2006/relationships/image" Target="../media/image42.png"/><Relationship Id="rId9" Type="http://schemas.openxmlformats.org/officeDocument/2006/relationships/image" Target="../media/image39.png"/><Relationship Id="rId10" Type="http://schemas.openxmlformats.org/officeDocument/2006/relationships/image" Target="../media/image35.png"/><Relationship Id="rId11" Type="http://schemas.openxmlformats.org/officeDocument/2006/relationships/image" Target="../media/image33.png"/><Relationship Id="rId12" Type="http://schemas.openxmlformats.org/officeDocument/2006/relationships/image" Target="../media/image41.jpg"/><Relationship Id="rId13" Type="http://schemas.openxmlformats.org/officeDocument/2006/relationships/image" Target="../media/image43.png"/><Relationship Id="rId14" Type="http://schemas.openxmlformats.org/officeDocument/2006/relationships/image" Target="../media/image40.png"/><Relationship Id="rId15" Type="http://schemas.openxmlformats.org/officeDocument/2006/relationships/image" Target="../media/image44.png"/><Relationship Id="rId16" Type="http://schemas.openxmlformats.org/officeDocument/2006/relationships/image" Target="../media/image74.png"/><Relationship Id="rId17" Type="http://schemas.openxmlformats.org/officeDocument/2006/relationships/image" Target="../media/image58.png"/><Relationship Id="rId18" Type="http://schemas.openxmlformats.org/officeDocument/2006/relationships/image" Target="../media/image5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68.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68.jpg"/><Relationship Id="rId4" Type="http://schemas.openxmlformats.org/officeDocument/2006/relationships/image" Target="../media/image60.png"/><Relationship Id="rId5"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51.jpg"/><Relationship Id="rId4" Type="http://schemas.openxmlformats.org/officeDocument/2006/relationships/image" Target="../media/image46.png"/><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57.png"/><Relationship Id="rId4" Type="http://schemas.openxmlformats.org/officeDocument/2006/relationships/image" Target="../media/image36.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77.jpg"/><Relationship Id="rId4" Type="http://schemas.openxmlformats.org/officeDocument/2006/relationships/image" Target="../media/image3.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72.jpg"/><Relationship Id="rId4" Type="http://schemas.openxmlformats.org/officeDocument/2006/relationships/image" Target="../media/image3.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55.png"/><Relationship Id="rId4" Type="http://schemas.openxmlformats.org/officeDocument/2006/relationships/image" Target="../media/image7.png"/><Relationship Id="rId5" Type="http://schemas.openxmlformats.org/officeDocument/2006/relationships/image" Target="../media/image46.png"/><Relationship Id="rId6" Type="http://schemas.openxmlformats.org/officeDocument/2006/relationships/image" Target="../media/image51.jpg"/><Relationship Id="rId7" Type="http://schemas.openxmlformats.org/officeDocument/2006/relationships/image" Target="../media/image6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6.png"/><Relationship Id="rId7" Type="http://schemas.openxmlformats.org/officeDocument/2006/relationships/image" Target="../media/image2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75.png"/><Relationship Id="rId4" Type="http://schemas.openxmlformats.org/officeDocument/2006/relationships/image" Target="../media/image78.png"/><Relationship Id="rId5"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2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6.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46.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20.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66.pn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0.jpg"/><Relationship Id="rId4" Type="http://schemas.openxmlformats.org/officeDocument/2006/relationships/image" Target="../media/image21.png"/><Relationship Id="rId5"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1.png"/><Relationship Id="rId4" Type="http://schemas.openxmlformats.org/officeDocument/2006/relationships/image" Target="../media/image10.png"/><Relationship Id="rId5" Type="http://schemas.openxmlformats.org/officeDocument/2006/relationships/image" Target="../media/image7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0.png"/><Relationship Id="rId4" Type="http://schemas.openxmlformats.org/officeDocument/2006/relationships/image" Target="../media/image10.png"/><Relationship Id="rId5"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71.jpg"/><Relationship Id="rId4" Type="http://schemas.openxmlformats.org/officeDocument/2006/relationships/image" Target="../media/image65.png"/><Relationship Id="rId5"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71.jpg"/><Relationship Id="rId4" Type="http://schemas.openxmlformats.org/officeDocument/2006/relationships/image" Target="../media/image65.png"/><Relationship Id="rId5"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9.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73.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69.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69.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78.pn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7.png"/></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CDE"/>
        </a:solidFill>
      </p:bgPr>
    </p:bg>
    <p:spTree>
      <p:nvGrpSpPr>
        <p:cNvPr id="92" name="Shape 92"/>
        <p:cNvGrpSpPr/>
        <p:nvPr/>
      </p:nvGrpSpPr>
      <p:grpSpPr>
        <a:xfrm>
          <a:off x="0" y="0"/>
          <a:ext cx="0" cy="0"/>
          <a:chOff x="0" y="0"/>
          <a:chExt cx="0" cy="0"/>
        </a:xfrm>
      </p:grpSpPr>
      <p:sp>
        <p:nvSpPr>
          <p:cNvPr id="93" name="Google Shape;93;p23"/>
          <p:cNvSpPr txBox="1"/>
          <p:nvPr>
            <p:ph type="title"/>
          </p:nvPr>
        </p:nvSpPr>
        <p:spPr>
          <a:xfrm>
            <a:off x="1778000" y="5747309"/>
            <a:ext cx="20828100" cy="2780100"/>
          </a:xfrm>
          <a:prstGeom prst="rect">
            <a:avLst/>
          </a:prstGeom>
          <a:noFill/>
          <a:ln>
            <a:noFill/>
          </a:ln>
        </p:spPr>
        <p:txBody>
          <a:bodyPr anchorCtr="0" anchor="b" bIns="50800" lIns="50800" spcFirstLastPara="1" rIns="50800" wrap="square" tIns="50800">
            <a:normAutofit/>
          </a:bodyPr>
          <a:lstStyle/>
          <a:p>
            <a:r>
              <a:t>Why Choose Drupal for Your Enterprise</a:t>
            </a:r>
          </a:p>
        </p:txBody>
      </p:sp>
      <p:sp>
        <p:nvSpPr>
          <p:cNvPr id="94" name="Google Shape;94;p23"/>
          <p:cNvSpPr txBox="1"/>
          <p:nvPr>
            <p:ph idx="1" type="body"/>
          </p:nvPr>
        </p:nvSpPr>
        <p:spPr>
          <a:xfrm>
            <a:off x="1778000" y="9772072"/>
            <a:ext cx="20828100" cy="1587600"/>
          </a:xfrm>
          <a:prstGeom prst="rect">
            <a:avLst/>
          </a:prstGeom>
          <a:noFill/>
          <a:ln>
            <a:noFill/>
          </a:ln>
        </p:spPr>
        <p:txBody>
          <a:bodyPr anchorCtr="0" anchor="t" bIns="50800" lIns="50800" spcFirstLastPara="1" rIns="50800" wrap="square" tIns="50800">
            <a:normAutofit/>
          </a:bodyPr>
          <a:lstStyle/>
          <a:p>
            <a:r>
              <a:t>Jane Smith</a:t>
            </a:r>
          </a:p>
          <a:p>
            <a:r>
              <a:t>Director of Digital Strategy, Acme Corp</a:t>
            </a:r>
          </a:p>
        </p:txBody>
      </p:sp>
      <p:pic>
        <p:nvPicPr>
          <p:cNvPr descr="Image Gallery" id="95" name="Google Shape;95;p23"/>
          <p:cNvPicPr preferRelativeResize="0"/>
          <p:nvPr/>
        </p:nvPicPr>
        <p:blipFill rotWithShape="1">
          <a:blip r:embed="rId3">
            <a:alphaModFix/>
          </a:blip>
          <a:srcRect b="0" l="0" r="0" t="0"/>
          <a:stretch/>
        </p:blipFill>
        <p:spPr>
          <a:xfrm>
            <a:off x="9848411" y="2165218"/>
            <a:ext cx="4687177" cy="35820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4"/>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101" name="Google Shape;101;p24"/>
          <p:cNvPicPr preferRelativeResize="0"/>
          <p:nvPr/>
        </p:nvPicPr>
        <p:blipFill rotWithShape="1">
          <a:blip r:embed="rId3">
            <a:alphaModFix/>
          </a:blip>
          <a:srcRect b="0" l="12367" r="12359" t="0"/>
          <a:stretch/>
        </p:blipFill>
        <p:spPr>
          <a:xfrm>
            <a:off x="8894123" y="0"/>
            <a:ext cx="15489874" cy="13716005"/>
          </a:xfrm>
          <a:prstGeom prst="rect">
            <a:avLst/>
          </a:prstGeom>
          <a:noFill/>
          <a:ln>
            <a:noFill/>
          </a:ln>
        </p:spPr>
      </p:pic>
      <p:pic>
        <p:nvPicPr>
          <p:cNvPr descr="darkblue.png" id="102" name="Google Shape;102;p24"/>
          <p:cNvPicPr preferRelativeResize="0"/>
          <p:nvPr/>
        </p:nvPicPr>
        <p:blipFill rotWithShape="1">
          <a:blip r:embed="rId4">
            <a:alphaModFix/>
          </a:blip>
          <a:srcRect b="0" l="0" r="0" t="0"/>
          <a:stretch/>
        </p:blipFill>
        <p:spPr>
          <a:xfrm>
            <a:off x="464499" y="1243125"/>
            <a:ext cx="10759550" cy="7608550"/>
          </a:xfrm>
          <a:prstGeom prst="rect">
            <a:avLst/>
          </a:prstGeom>
          <a:noFill/>
          <a:ln>
            <a:noFill/>
          </a:ln>
        </p:spPr>
      </p:pic>
      <p:pic>
        <p:nvPicPr>
          <p:cNvPr id="103" name="Google Shape;103;p24"/>
          <p:cNvPicPr preferRelativeResize="0"/>
          <p:nvPr/>
        </p:nvPicPr>
        <p:blipFill>
          <a:blip r:embed="rId5">
            <a:alphaModFix/>
          </a:blip>
          <a:stretch>
            <a:fillRect/>
          </a:stretch>
        </p:blipFill>
        <p:spPr>
          <a:xfrm>
            <a:off x="2754401" y="10023040"/>
            <a:ext cx="2495698" cy="2319001"/>
          </a:xfrm>
          <a:prstGeom prst="rect">
            <a:avLst/>
          </a:prstGeom>
          <a:noFill/>
          <a:ln>
            <a:noFill/>
          </a:ln>
        </p:spPr>
      </p:pic>
      <p:sp>
        <p:nvSpPr>
          <p:cNvPr id="104" name="Google Shape;104;p24"/>
          <p:cNvSpPr txBox="1"/>
          <p:nvPr/>
        </p:nvSpPr>
        <p:spPr>
          <a:xfrm>
            <a:off x="2508525" y="3333650"/>
            <a:ext cx="82194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FFFFFF"/>
                </a:solidFill>
                <a:latin typeface="Noto Sans"/>
                <a:ea typeface="Noto Sans"/>
                <a:cs typeface="Noto Sans"/>
                <a:sym typeface="Noto Sans"/>
              </a:rPr>
              <a:t>Create </a:t>
            </a:r>
            <a:br>
              <a:rPr b="1" lang="en-US" sz="7000">
                <a:solidFill>
                  <a:srgbClr val="FFFFFF"/>
                </a:solidFill>
                <a:latin typeface="Noto Sans"/>
                <a:ea typeface="Noto Sans"/>
                <a:cs typeface="Noto Sans"/>
                <a:sym typeface="Noto Sans"/>
              </a:rPr>
            </a:br>
            <a:r>
              <a:rPr b="1" lang="en-US" sz="7000">
                <a:solidFill>
                  <a:srgbClr val="FFFFFF"/>
                </a:solidFill>
                <a:latin typeface="Noto Sans"/>
                <a:ea typeface="Noto Sans"/>
                <a:cs typeface="Noto Sans"/>
                <a:sym typeface="Noto Sans"/>
              </a:rPr>
              <a:t>ambitious digital experiences </a:t>
            </a:r>
            <a:br>
              <a:rPr b="1" lang="en-US" sz="7000">
                <a:solidFill>
                  <a:srgbClr val="FFFFFF"/>
                </a:solidFill>
                <a:latin typeface="Noto Sans"/>
                <a:ea typeface="Noto Sans"/>
                <a:cs typeface="Noto Sans"/>
                <a:sym typeface="Noto Sans"/>
              </a:rPr>
            </a:br>
            <a:r>
              <a:rPr b="1" lang="en-US" sz="7000">
                <a:solidFill>
                  <a:srgbClr val="FFFFFF"/>
                </a:solidFill>
                <a:latin typeface="Noto Sans"/>
                <a:ea typeface="Noto Sans"/>
                <a:cs typeface="Noto Sans"/>
                <a:sym typeface="Noto Sans"/>
              </a:rPr>
              <a:t>that scale</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rgbClr val="FFFFFF"/>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rgbClr val="FFFFFF"/>
              </a:solidFill>
              <a:latin typeface="Noto Sans"/>
              <a:ea typeface="Noto Sans"/>
              <a:cs typeface="Noto Sans"/>
              <a:sym typeface="No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25"/>
          <p:cNvPicPr preferRelativeResize="0"/>
          <p:nvPr/>
        </p:nvPicPr>
        <p:blipFill rotWithShape="1">
          <a:blip r:embed="rId3">
            <a:alphaModFix/>
          </a:blip>
          <a:srcRect b="0" l="4192" r="20534" t="0"/>
          <a:stretch/>
        </p:blipFill>
        <p:spPr>
          <a:xfrm>
            <a:off x="10826710" y="-22853"/>
            <a:ext cx="15489874" cy="13716005"/>
          </a:xfrm>
          <a:prstGeom prst="rect">
            <a:avLst/>
          </a:prstGeom>
          <a:noFill/>
          <a:ln>
            <a:noFill/>
          </a:ln>
        </p:spPr>
      </p:pic>
      <p:pic>
        <p:nvPicPr>
          <p:cNvPr id="110" name="Google Shape;110;p25"/>
          <p:cNvPicPr preferRelativeResize="0"/>
          <p:nvPr/>
        </p:nvPicPr>
        <p:blipFill>
          <a:blip r:embed="rId4">
            <a:alphaModFix/>
          </a:blip>
          <a:stretch>
            <a:fillRect/>
          </a:stretch>
        </p:blipFill>
        <p:spPr>
          <a:xfrm>
            <a:off x="1" y="-12"/>
            <a:ext cx="24384000" cy="13716020"/>
          </a:xfrm>
          <a:prstGeom prst="rect">
            <a:avLst/>
          </a:prstGeom>
          <a:noFill/>
          <a:ln>
            <a:noFill/>
          </a:ln>
        </p:spPr>
      </p:pic>
      <p:sp>
        <p:nvSpPr>
          <p:cNvPr id="111" name="Google Shape;111;p25"/>
          <p:cNvSpPr txBox="1"/>
          <p:nvPr/>
        </p:nvSpPr>
        <p:spPr>
          <a:xfrm>
            <a:off x="2006450" y="2807975"/>
            <a:ext cx="83262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162C63"/>
                </a:solidFill>
                <a:latin typeface="Noto Sans"/>
                <a:ea typeface="Noto Sans"/>
                <a:cs typeface="Noto Sans"/>
                <a:sym typeface="Noto Sans"/>
              </a:rPr>
              <a:t>The DXP foundation for ambitious organizations</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rgbClr val="162C63"/>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rgbClr val="162C63"/>
              </a:solidFill>
              <a:latin typeface="Noto Sans"/>
              <a:ea typeface="Noto Sans"/>
              <a:cs typeface="Noto Sans"/>
              <a:sym typeface="Noto Sans"/>
            </a:endParaRPr>
          </a:p>
        </p:txBody>
      </p:sp>
      <p:pic>
        <p:nvPicPr>
          <p:cNvPr id="112" name="Google Shape;112;p25"/>
          <p:cNvPicPr preferRelativeResize="0"/>
          <p:nvPr/>
        </p:nvPicPr>
        <p:blipFill>
          <a:blip r:embed="rId5">
            <a:alphaModFix/>
          </a:blip>
          <a:stretch>
            <a:fillRect/>
          </a:stretch>
        </p:blipFill>
        <p:spPr>
          <a:xfrm>
            <a:off x="22902343" y="11941351"/>
            <a:ext cx="879033" cy="1152350"/>
          </a:xfrm>
          <a:prstGeom prst="rect">
            <a:avLst/>
          </a:prstGeom>
          <a:noFill/>
          <a:ln>
            <a:noFill/>
          </a:ln>
        </p:spPr>
      </p:pic>
      <p:sp>
        <p:nvSpPr>
          <p:cNvPr id="113" name="Google Shape;113;p25"/>
          <p:cNvSpPr txBox="1"/>
          <p:nvPr>
            <p:ph idx="1" type="body"/>
          </p:nvPr>
        </p:nvSpPr>
        <p:spPr>
          <a:xfrm>
            <a:off x="2006450" y="6858000"/>
            <a:ext cx="7434600" cy="3600300"/>
          </a:xfrm>
          <a:prstGeom prst="rect">
            <a:avLst/>
          </a:prstGeom>
          <a:noFill/>
          <a:ln>
            <a:noFill/>
          </a:ln>
        </p:spPr>
        <p:txBody>
          <a:bodyPr anchorCtr="0" anchor="t" bIns="50800" lIns="50800" spcFirstLastPara="1" rIns="50800" wrap="square" tIns="50800">
            <a:noAutofit/>
          </a:bodyPr>
          <a:lstStyle/>
          <a:p>
            <a:r>
              <a:t>Drupal provides the flexibility and power to build exactly what your organization needs, without vendor lock-in or unnecessary limitations.</a:t>
            </a:r>
          </a:p>
        </p:txBody>
      </p:sp>
      <p:pic>
        <p:nvPicPr>
          <p:cNvPr id="114" name="Google Shape;114;p25"/>
          <p:cNvPicPr preferRelativeResize="0"/>
          <p:nvPr/>
        </p:nvPicPr>
        <p:blipFill>
          <a:blip r:embed="rId6">
            <a:alphaModFix/>
          </a:blip>
          <a:stretch>
            <a:fillRect/>
          </a:stretch>
        </p:blipFill>
        <p:spPr>
          <a:xfrm>
            <a:off x="2006450" y="9684275"/>
            <a:ext cx="3134551" cy="2909550"/>
          </a:xfrm>
          <a:prstGeom prst="rect">
            <a:avLst/>
          </a:prstGeom>
          <a:noFill/>
          <a:ln>
            <a:noFill/>
          </a:ln>
        </p:spPr>
      </p:pic>
      <p:pic>
        <p:nvPicPr>
          <p:cNvPr id="115" name="Google Shape;115;p25"/>
          <p:cNvPicPr preferRelativeResize="0"/>
          <p:nvPr/>
        </p:nvPicPr>
        <p:blipFill>
          <a:blip r:embed="rId7">
            <a:alphaModFix/>
          </a:blip>
          <a:stretch>
            <a:fillRect/>
          </a:stretch>
        </p:blipFill>
        <p:spPr>
          <a:xfrm>
            <a:off x="2551495" y="10381220"/>
            <a:ext cx="1903560" cy="17687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6"/>
          <p:cNvPicPr preferRelativeResize="0"/>
          <p:nvPr/>
        </p:nvPicPr>
        <p:blipFill>
          <a:blip r:embed="rId3">
            <a:alphaModFix amt="54000"/>
          </a:blip>
          <a:stretch>
            <a:fillRect/>
          </a:stretch>
        </p:blipFill>
        <p:spPr>
          <a:xfrm>
            <a:off x="0" y="660700"/>
            <a:ext cx="24384000" cy="12192000"/>
          </a:xfrm>
          <a:prstGeom prst="rect">
            <a:avLst/>
          </a:prstGeom>
          <a:noFill/>
          <a:ln>
            <a:noFill/>
          </a:ln>
        </p:spPr>
      </p:pic>
      <p:pic>
        <p:nvPicPr>
          <p:cNvPr id="121" name="Google Shape;121;p26"/>
          <p:cNvPicPr preferRelativeResize="0"/>
          <p:nvPr/>
        </p:nvPicPr>
        <p:blipFill>
          <a:blip r:embed="rId4">
            <a:alphaModFix/>
          </a:blip>
          <a:stretch>
            <a:fillRect/>
          </a:stretch>
        </p:blipFill>
        <p:spPr>
          <a:xfrm>
            <a:off x="22902343" y="11941351"/>
            <a:ext cx="879033" cy="1152350"/>
          </a:xfrm>
          <a:prstGeom prst="rect">
            <a:avLst/>
          </a:prstGeom>
          <a:noFill/>
          <a:ln>
            <a:noFill/>
          </a:ln>
        </p:spPr>
      </p:pic>
      <p:sp>
        <p:nvSpPr>
          <p:cNvPr id="122" name="Google Shape;122;p26"/>
          <p:cNvSpPr txBox="1"/>
          <p:nvPr>
            <p:ph idx="4294967295" type="ctrTitle"/>
          </p:nvPr>
        </p:nvSpPr>
        <p:spPr>
          <a:xfrm>
            <a:off x="831200" y="5615467"/>
            <a:ext cx="22721700" cy="1844100"/>
          </a:xfrm>
          <a:prstGeom prst="rect">
            <a:avLst/>
          </a:prstGeom>
        </p:spPr>
        <p:txBody>
          <a:bodyPr anchorCtr="0" anchor="ctr" bIns="50800" lIns="50800" spcFirstLastPara="1" rIns="50800" wrap="square" tIns="50800">
            <a:normAutofit fontScale="90000"/>
          </a:bodyPr>
          <a:lstStyle/>
          <a:p>
            <a:pPr indent="0" lvl="0" marL="0" rtl="0" algn="ctr">
              <a:spcBef>
                <a:spcPts val="0"/>
              </a:spcBef>
              <a:spcAft>
                <a:spcPts val="0"/>
              </a:spcAft>
              <a:buNone/>
            </a:pPr>
            <a:r>
              <a:rPr b="1" lang="en-US" sz="8500">
                <a:solidFill>
                  <a:srgbClr val="162C63"/>
                </a:solidFill>
                <a:latin typeface="Noto Sans"/>
                <a:ea typeface="Noto Sans"/>
                <a:cs typeface="Noto Sans"/>
                <a:sym typeface="Noto Sans"/>
              </a:rPr>
              <a:t>Drupal is the platform</a:t>
            </a:r>
            <a:endParaRPr b="1" sz="8500">
              <a:solidFill>
                <a:srgbClr val="162C63"/>
              </a:solidFill>
              <a:latin typeface="Noto Sans"/>
              <a:ea typeface="Noto Sans"/>
              <a:cs typeface="Noto Sans"/>
              <a:sym typeface="Noto Sans"/>
            </a:endParaRPr>
          </a:p>
          <a:p>
            <a:pPr indent="0" lvl="0" marL="0" rtl="0" algn="ctr">
              <a:spcBef>
                <a:spcPts val="0"/>
              </a:spcBef>
              <a:spcAft>
                <a:spcPts val="0"/>
              </a:spcAft>
              <a:buNone/>
            </a:pPr>
            <a:r>
              <a:rPr lang="en-US" sz="8500">
                <a:solidFill>
                  <a:srgbClr val="162C63"/>
                </a:solidFill>
                <a:latin typeface="Noto Sans Light"/>
                <a:ea typeface="Noto Sans Light"/>
                <a:cs typeface="Noto Sans Light"/>
                <a:sym typeface="Noto Sans Light"/>
              </a:rPr>
              <a:t>that unleashes your digital ambitions</a:t>
            </a:r>
            <a:endParaRPr sz="8500">
              <a:solidFill>
                <a:srgbClr val="162C63"/>
              </a:solidFill>
              <a:latin typeface="Noto Sans Light"/>
              <a:ea typeface="Noto Sans Light"/>
              <a:cs typeface="Noto Sans Light"/>
              <a:sym typeface="Noto Sans Light"/>
            </a:endParaRPr>
          </a:p>
          <a:p>
            <a:pPr indent="0" lvl="0" marL="0" rtl="0" algn="ctr">
              <a:spcBef>
                <a:spcPts val="0"/>
              </a:spcBef>
              <a:spcAft>
                <a:spcPts val="0"/>
              </a:spcAft>
              <a:buNone/>
            </a:pPr>
            <a:r>
              <a:t/>
            </a:r>
            <a:endParaRPr sz="8500">
              <a:solidFill>
                <a:srgbClr val="162C63"/>
              </a:solidFill>
              <a:latin typeface="Noto Sans Light"/>
              <a:ea typeface="Noto Sans Light"/>
              <a:cs typeface="Noto Sans Light"/>
              <a:sym typeface="Noto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darkblue.png" id="127" name="Google Shape;127;p27"/>
          <p:cNvPicPr preferRelativeResize="0"/>
          <p:nvPr/>
        </p:nvPicPr>
        <p:blipFill rotWithShape="1">
          <a:blip r:embed="rId3">
            <a:alphaModFix/>
          </a:blip>
          <a:srcRect b="0" l="0" r="0" t="0"/>
          <a:stretch/>
        </p:blipFill>
        <p:spPr>
          <a:xfrm>
            <a:off x="13274575" y="2276396"/>
            <a:ext cx="12383366" cy="8756808"/>
          </a:xfrm>
          <a:prstGeom prst="rect">
            <a:avLst/>
          </a:prstGeom>
          <a:noFill/>
          <a:ln>
            <a:noFill/>
          </a:ln>
        </p:spPr>
      </p:pic>
      <p:sp>
        <p:nvSpPr>
          <p:cNvPr id="128" name="Google Shape;128;p27"/>
          <p:cNvSpPr txBox="1"/>
          <p:nvPr>
            <p:ph idx="4294967295" type="body"/>
          </p:nvPr>
        </p:nvSpPr>
        <p:spPr>
          <a:xfrm>
            <a:off x="15855373" y="4131071"/>
            <a:ext cx="7887296" cy="5453858"/>
          </a:xfrm>
          <a:prstGeom prst="rect">
            <a:avLst/>
          </a:prstGeom>
          <a:noFill/>
          <a:ln>
            <a:noFill/>
          </a:ln>
        </p:spPr>
        <p:txBody>
          <a:bodyPr anchorCtr="0" anchor="ctr" bIns="50800" lIns="50800" spcFirstLastPara="1" rIns="50800" wrap="square" tIns="50800">
            <a:normAutofit/>
          </a:bodyPr>
          <a:lstStyle/>
          <a:p>
            <a:pPr indent="0" lvl="0" marL="0" rtl="0" algn="l">
              <a:lnSpc>
                <a:spcPct val="100000"/>
              </a:lnSpc>
              <a:spcBef>
                <a:spcPts val="0"/>
              </a:spcBef>
              <a:spcAft>
                <a:spcPts val="0"/>
              </a:spcAft>
              <a:buNone/>
            </a:pPr>
            <a:r>
              <a:rPr b="1" lang="en-US" sz="7300">
                <a:latin typeface="Noto Sans"/>
                <a:ea typeface="Noto Sans"/>
                <a:cs typeface="Noto Sans"/>
                <a:sym typeface="Noto Sans"/>
              </a:rPr>
              <a:t>The most powerful brands run on Drupal</a:t>
            </a:r>
            <a:endParaRPr b="1" sz="7300">
              <a:latin typeface="Noto Sans"/>
              <a:ea typeface="Noto Sans"/>
              <a:cs typeface="Noto Sans"/>
              <a:sym typeface="Noto Sans"/>
            </a:endParaRPr>
          </a:p>
        </p:txBody>
      </p:sp>
      <p:pic>
        <p:nvPicPr>
          <p:cNvPr descr="nestle.jpeg" id="129" name="Google Shape;129;p27"/>
          <p:cNvPicPr preferRelativeResize="0"/>
          <p:nvPr/>
        </p:nvPicPr>
        <p:blipFill rotWithShape="1">
          <a:blip r:embed="rId4">
            <a:alphaModFix/>
          </a:blip>
          <a:srcRect b="17534" l="20787" r="20787" t="17534"/>
          <a:stretch/>
        </p:blipFill>
        <p:spPr>
          <a:xfrm>
            <a:off x="2220496" y="8775700"/>
            <a:ext cx="3431699" cy="2540001"/>
          </a:xfrm>
          <a:prstGeom prst="rect">
            <a:avLst/>
          </a:prstGeom>
          <a:noFill/>
          <a:ln>
            <a:noFill/>
          </a:ln>
        </p:spPr>
      </p:pic>
      <p:pic>
        <p:nvPicPr>
          <p:cNvPr descr="pfizer.png" id="130" name="Google Shape;130;p27"/>
          <p:cNvPicPr preferRelativeResize="0"/>
          <p:nvPr/>
        </p:nvPicPr>
        <p:blipFill rotWithShape="1">
          <a:blip r:embed="rId5">
            <a:alphaModFix/>
          </a:blip>
          <a:srcRect b="0" l="0" r="0" t="0"/>
          <a:stretch/>
        </p:blipFill>
        <p:spPr>
          <a:xfrm>
            <a:off x="1631950" y="5498355"/>
            <a:ext cx="4608872" cy="1905001"/>
          </a:xfrm>
          <a:prstGeom prst="rect">
            <a:avLst/>
          </a:prstGeom>
          <a:noFill/>
          <a:ln>
            <a:noFill/>
          </a:ln>
        </p:spPr>
      </p:pic>
      <p:pic>
        <p:nvPicPr>
          <p:cNvPr descr="european-commission.jpeg" id="131" name="Google Shape;131;p27"/>
          <p:cNvPicPr preferRelativeResize="0"/>
          <p:nvPr/>
        </p:nvPicPr>
        <p:blipFill rotWithShape="1">
          <a:blip r:embed="rId6">
            <a:alphaModFix/>
          </a:blip>
          <a:srcRect b="0" l="0" r="0" t="0"/>
          <a:stretch/>
        </p:blipFill>
        <p:spPr>
          <a:xfrm>
            <a:off x="2562287" y="2017811"/>
            <a:ext cx="2748197" cy="1905001"/>
          </a:xfrm>
          <a:prstGeom prst="rect">
            <a:avLst/>
          </a:prstGeom>
          <a:noFill/>
          <a:ln>
            <a:noFill/>
          </a:ln>
        </p:spPr>
      </p:pic>
      <p:pic>
        <p:nvPicPr>
          <p:cNvPr descr="Google Shape;169;p32" id="132" name="Google Shape;132;p27"/>
          <p:cNvPicPr preferRelativeResize="0"/>
          <p:nvPr/>
        </p:nvPicPr>
        <p:blipFill rotWithShape="1">
          <a:blip r:embed="rId7">
            <a:alphaModFix/>
          </a:blip>
          <a:srcRect b="0" l="0" r="0" t="0"/>
          <a:stretch/>
        </p:blipFill>
        <p:spPr>
          <a:xfrm>
            <a:off x="22940988" y="12140769"/>
            <a:ext cx="755183" cy="989289"/>
          </a:xfrm>
          <a:prstGeom prst="rect">
            <a:avLst/>
          </a:prstGeom>
          <a:noFill/>
          <a:ln>
            <a:noFill/>
          </a:ln>
        </p:spPr>
      </p:pic>
      <p:pic>
        <p:nvPicPr>
          <p:cNvPr id="133" name="Google Shape;133;p27"/>
          <p:cNvPicPr preferRelativeResize="0"/>
          <p:nvPr/>
        </p:nvPicPr>
        <p:blipFill>
          <a:blip r:embed="rId8">
            <a:alphaModFix/>
          </a:blip>
          <a:stretch>
            <a:fillRect/>
          </a:stretch>
        </p:blipFill>
        <p:spPr>
          <a:xfrm>
            <a:off x="22902343" y="11941351"/>
            <a:ext cx="879033" cy="1152350"/>
          </a:xfrm>
          <a:prstGeom prst="rect">
            <a:avLst/>
          </a:prstGeom>
          <a:noFill/>
          <a:ln>
            <a:noFill/>
          </a:ln>
        </p:spPr>
      </p:pic>
      <p:pic>
        <p:nvPicPr>
          <p:cNvPr id="134" name="Google Shape;134;p27"/>
          <p:cNvPicPr preferRelativeResize="0"/>
          <p:nvPr/>
        </p:nvPicPr>
        <p:blipFill>
          <a:blip r:embed="rId9">
            <a:alphaModFix/>
          </a:blip>
          <a:stretch>
            <a:fillRect/>
          </a:stretch>
        </p:blipFill>
        <p:spPr>
          <a:xfrm>
            <a:off x="7554747" y="2374988"/>
            <a:ext cx="3848100" cy="1190625"/>
          </a:xfrm>
          <a:prstGeom prst="rect">
            <a:avLst/>
          </a:prstGeom>
          <a:noFill/>
          <a:ln>
            <a:noFill/>
          </a:ln>
        </p:spPr>
      </p:pic>
      <p:pic>
        <p:nvPicPr>
          <p:cNvPr id="135" name="Google Shape;135;p27"/>
          <p:cNvPicPr preferRelativeResize="0"/>
          <p:nvPr/>
        </p:nvPicPr>
        <p:blipFill>
          <a:blip r:embed="rId10">
            <a:alphaModFix/>
          </a:blip>
          <a:stretch>
            <a:fillRect/>
          </a:stretch>
        </p:blipFill>
        <p:spPr>
          <a:xfrm>
            <a:off x="7714585" y="6097575"/>
            <a:ext cx="4086225" cy="1114425"/>
          </a:xfrm>
          <a:prstGeom prst="rect">
            <a:avLst/>
          </a:prstGeom>
          <a:noFill/>
          <a:ln>
            <a:noFill/>
          </a:ln>
        </p:spPr>
      </p:pic>
      <p:pic>
        <p:nvPicPr>
          <p:cNvPr id="136" name="Google Shape;136;p27"/>
          <p:cNvPicPr preferRelativeResize="0"/>
          <p:nvPr/>
        </p:nvPicPr>
        <p:blipFill>
          <a:blip r:embed="rId11">
            <a:alphaModFix/>
          </a:blip>
          <a:stretch>
            <a:fillRect/>
          </a:stretch>
        </p:blipFill>
        <p:spPr>
          <a:xfrm>
            <a:off x="8034638" y="9245601"/>
            <a:ext cx="2857500" cy="1600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8"/>
          <p:cNvPicPr preferRelativeResize="0"/>
          <p:nvPr/>
        </p:nvPicPr>
        <p:blipFill rotWithShape="1">
          <a:blip r:embed="rId3">
            <a:alphaModFix/>
          </a:blip>
          <a:srcRect b="0" l="0" r="0" t="0"/>
          <a:stretch/>
        </p:blipFill>
        <p:spPr>
          <a:xfrm>
            <a:off x="12192000" y="0"/>
            <a:ext cx="24384000" cy="13716000"/>
          </a:xfrm>
          <a:prstGeom prst="rect">
            <a:avLst/>
          </a:prstGeom>
          <a:noFill/>
          <a:ln>
            <a:noFill/>
          </a:ln>
        </p:spPr>
      </p:pic>
      <p:pic>
        <p:nvPicPr>
          <p:cNvPr id="142" name="Google Shape;142;p28"/>
          <p:cNvPicPr preferRelativeResize="0"/>
          <p:nvPr/>
        </p:nvPicPr>
        <p:blipFill rotWithShape="1">
          <a:blip r:embed="rId4">
            <a:alphaModFix/>
          </a:blip>
          <a:srcRect b="0" l="0" r="13674" t="0"/>
          <a:stretch/>
        </p:blipFill>
        <p:spPr>
          <a:xfrm>
            <a:off x="-2" y="10100"/>
            <a:ext cx="21050102" cy="13716000"/>
          </a:xfrm>
          <a:prstGeom prst="rect">
            <a:avLst/>
          </a:prstGeom>
          <a:noFill/>
          <a:ln>
            <a:noFill/>
          </a:ln>
        </p:spPr>
      </p:pic>
      <p:pic>
        <p:nvPicPr>
          <p:cNvPr id="143" name="Google Shape;143;p28"/>
          <p:cNvPicPr preferRelativeResize="0"/>
          <p:nvPr/>
        </p:nvPicPr>
        <p:blipFill>
          <a:blip r:embed="rId5">
            <a:alphaModFix/>
          </a:blip>
          <a:stretch>
            <a:fillRect/>
          </a:stretch>
        </p:blipFill>
        <p:spPr>
          <a:xfrm>
            <a:off x="1981875" y="810400"/>
            <a:ext cx="11247874" cy="11775876"/>
          </a:xfrm>
          <a:prstGeom prst="rect">
            <a:avLst/>
          </a:prstGeom>
          <a:noFill/>
          <a:ln>
            <a:noFill/>
          </a:ln>
        </p:spPr>
      </p:pic>
      <p:sp>
        <p:nvSpPr>
          <p:cNvPr id="144" name="Google Shape;144;p28"/>
          <p:cNvSpPr txBox="1"/>
          <p:nvPr/>
        </p:nvSpPr>
        <p:spPr>
          <a:xfrm>
            <a:off x="3525925" y="3976700"/>
            <a:ext cx="86661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chemeClr val="dk1"/>
                </a:solidFill>
                <a:latin typeface="Noto Sans"/>
                <a:ea typeface="Noto Sans"/>
                <a:cs typeface="Noto Sans"/>
                <a:sym typeface="Noto Sans"/>
              </a:rPr>
              <a:t>Drupal empowers individuals to make informed health decisions</a:t>
            </a:r>
            <a:endParaRPr b="1" sz="7000">
              <a:solidFill>
                <a:schemeClr val="dk1"/>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chemeClr val="dk1"/>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chemeClr val="dk1"/>
              </a:solidFill>
              <a:latin typeface="Noto Sans"/>
              <a:ea typeface="Noto Sans"/>
              <a:cs typeface="Noto Sans"/>
              <a:sym typeface="Noto Sans"/>
            </a:endParaRPr>
          </a:p>
        </p:txBody>
      </p:sp>
      <p:pic>
        <p:nvPicPr>
          <p:cNvPr id="145" name="Google Shape;145;p28"/>
          <p:cNvPicPr preferRelativeResize="0"/>
          <p:nvPr/>
        </p:nvPicPr>
        <p:blipFill rotWithShape="1">
          <a:blip r:embed="rId6">
            <a:alphaModFix/>
          </a:blip>
          <a:srcRect b="0" l="0" r="0" t="0"/>
          <a:stretch/>
        </p:blipFill>
        <p:spPr>
          <a:xfrm>
            <a:off x="3525927" y="9432450"/>
            <a:ext cx="4295200" cy="1050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5F9A"/>
        </a:solidFill>
      </p:bgPr>
    </p:bg>
    <p:spTree>
      <p:nvGrpSpPr>
        <p:cNvPr id="149" name="Shape 149"/>
        <p:cNvGrpSpPr/>
        <p:nvPr/>
      </p:nvGrpSpPr>
      <p:grpSpPr>
        <a:xfrm>
          <a:off x="0" y="0"/>
          <a:ext cx="0" cy="0"/>
          <a:chOff x="0" y="0"/>
          <a:chExt cx="0" cy="0"/>
        </a:xfrm>
      </p:grpSpPr>
      <p:pic>
        <p:nvPicPr>
          <p:cNvPr id="150" name="Google Shape;150;p29"/>
          <p:cNvPicPr preferRelativeResize="0"/>
          <p:nvPr/>
        </p:nvPicPr>
        <p:blipFill rotWithShape="1">
          <a:blip r:embed="rId3">
            <a:alphaModFix/>
          </a:blip>
          <a:srcRect b="0" l="25292" r="25297" t="0"/>
          <a:stretch/>
        </p:blipFill>
        <p:spPr>
          <a:xfrm>
            <a:off x="12356750" y="959713"/>
            <a:ext cx="10425900" cy="11869800"/>
          </a:xfrm>
          <a:prstGeom prst="roundRect">
            <a:avLst>
              <a:gd fmla="val 3704" name="adj"/>
            </a:avLst>
          </a:prstGeom>
          <a:noFill/>
          <a:ln>
            <a:noFill/>
          </a:ln>
        </p:spPr>
      </p:pic>
      <p:pic>
        <p:nvPicPr>
          <p:cNvPr id="151" name="Google Shape;151;p29"/>
          <p:cNvPicPr preferRelativeResize="0"/>
          <p:nvPr/>
        </p:nvPicPr>
        <p:blipFill>
          <a:blip r:embed="rId4">
            <a:alphaModFix/>
          </a:blip>
          <a:stretch>
            <a:fillRect/>
          </a:stretch>
        </p:blipFill>
        <p:spPr>
          <a:xfrm>
            <a:off x="11908825" y="509511"/>
            <a:ext cx="12127676" cy="12696976"/>
          </a:xfrm>
          <a:prstGeom prst="rect">
            <a:avLst/>
          </a:prstGeom>
          <a:noFill/>
          <a:ln>
            <a:noFill/>
          </a:ln>
        </p:spPr>
      </p:pic>
      <p:sp>
        <p:nvSpPr>
          <p:cNvPr id="152" name="Google Shape;152;p29"/>
          <p:cNvSpPr txBox="1"/>
          <p:nvPr/>
        </p:nvSpPr>
        <p:spPr>
          <a:xfrm>
            <a:off x="1466450" y="1453850"/>
            <a:ext cx="9757500" cy="7644900"/>
          </a:xfrm>
          <a:prstGeom prst="rect">
            <a:avLst/>
          </a:prstGeom>
          <a:noFill/>
          <a:ln>
            <a:noFill/>
          </a:ln>
        </p:spPr>
        <p:txBody>
          <a:bodyPr anchorCtr="0" anchor="ctr" bIns="50800" lIns="50800" spcFirstLastPara="1" rIns="50800" wrap="square" tIns="50800">
            <a:spAutoFit/>
          </a:bodyPr>
          <a:lstStyle/>
          <a:p>
            <a:pPr indent="0" lvl="0" marL="0" rtl="0" algn="l">
              <a:lnSpc>
                <a:spcPct val="100000"/>
              </a:lnSpc>
              <a:spcBef>
                <a:spcPts val="0"/>
              </a:spcBef>
              <a:spcAft>
                <a:spcPts val="0"/>
              </a:spcAft>
              <a:buNone/>
            </a:pPr>
            <a:r>
              <a:rPr b="1" lang="en-US" sz="7500">
                <a:solidFill>
                  <a:schemeClr val="dk1"/>
                </a:solidFill>
                <a:latin typeface="Noto Sans"/>
                <a:ea typeface="Noto Sans"/>
                <a:cs typeface="Noto Sans"/>
                <a:sym typeface="Noto Sans"/>
              </a:rPr>
              <a:t>Drupal empowers individuals to make informed health decisions</a:t>
            </a:r>
            <a:endParaRPr b="1" sz="7500">
              <a:solidFill>
                <a:schemeClr val="dk1"/>
              </a:solidFill>
              <a:latin typeface="Noto Sans"/>
              <a:ea typeface="Noto Sans"/>
              <a:cs typeface="Noto Sans"/>
              <a:sym typeface="Noto Sans"/>
            </a:endParaRPr>
          </a:p>
          <a:p>
            <a:pPr indent="0" lvl="0" marL="0" rtl="0" algn="l">
              <a:lnSpc>
                <a:spcPct val="100000"/>
              </a:lnSpc>
              <a:spcBef>
                <a:spcPts val="0"/>
              </a:spcBef>
              <a:spcAft>
                <a:spcPts val="0"/>
              </a:spcAft>
              <a:buNone/>
            </a:pPr>
            <a:r>
              <a:t/>
            </a:r>
            <a:endParaRPr b="1" sz="9500">
              <a:solidFill>
                <a:schemeClr val="dk1"/>
              </a:solidFill>
              <a:latin typeface="Noto Sans"/>
              <a:ea typeface="Noto Sans"/>
              <a:cs typeface="Noto Sans"/>
              <a:sym typeface="Noto Sans"/>
            </a:endParaRPr>
          </a:p>
          <a:p>
            <a:pPr indent="0" lvl="0" marL="0" marR="0" rtl="0" algn="l">
              <a:lnSpc>
                <a:spcPct val="100000"/>
              </a:lnSpc>
              <a:spcBef>
                <a:spcPts val="0"/>
              </a:spcBef>
              <a:spcAft>
                <a:spcPts val="0"/>
              </a:spcAft>
              <a:buClr>
                <a:srgbClr val="FFFFFF"/>
              </a:buClr>
              <a:buSzPts val="9000"/>
              <a:buFont typeface="Helvetica Neue"/>
              <a:buNone/>
            </a:pPr>
            <a:r>
              <a:t/>
            </a:r>
            <a:endParaRPr b="1" sz="9500">
              <a:solidFill>
                <a:schemeClr val="dk1"/>
              </a:solidFill>
              <a:latin typeface="Noto Sans"/>
              <a:ea typeface="Noto Sans"/>
              <a:cs typeface="Noto Sans"/>
              <a:sym typeface="Noto Sans"/>
            </a:endParaRPr>
          </a:p>
        </p:txBody>
      </p:sp>
      <p:pic>
        <p:nvPicPr>
          <p:cNvPr id="153" name="Google Shape;153;p29"/>
          <p:cNvPicPr preferRelativeResize="0"/>
          <p:nvPr/>
        </p:nvPicPr>
        <p:blipFill rotWithShape="1">
          <a:blip r:embed="rId5">
            <a:alphaModFix/>
          </a:blip>
          <a:srcRect b="0" l="0" r="0" t="0"/>
          <a:stretch/>
        </p:blipFill>
        <p:spPr>
          <a:xfrm>
            <a:off x="1466449" y="11146825"/>
            <a:ext cx="6336826" cy="1550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7" name="Shape 157"/>
        <p:cNvGrpSpPr/>
        <p:nvPr/>
      </p:nvGrpSpPr>
      <p:grpSpPr>
        <a:xfrm>
          <a:off x="0" y="0"/>
          <a:ext cx="0" cy="0"/>
          <a:chOff x="0" y="0"/>
          <a:chExt cx="0" cy="0"/>
        </a:xfrm>
      </p:grpSpPr>
      <p:pic>
        <p:nvPicPr>
          <p:cNvPr id="158" name="Google Shape;158;p30"/>
          <p:cNvPicPr preferRelativeResize="0"/>
          <p:nvPr/>
        </p:nvPicPr>
        <p:blipFill rotWithShape="1">
          <a:blip r:embed="rId3">
            <a:alphaModFix/>
          </a:blip>
          <a:srcRect b="0" l="20886" r="21526" t="0"/>
          <a:stretch/>
        </p:blipFill>
        <p:spPr>
          <a:xfrm>
            <a:off x="10342500" y="0"/>
            <a:ext cx="14041200" cy="13716000"/>
          </a:xfrm>
          <a:prstGeom prst="roundRect">
            <a:avLst>
              <a:gd fmla="val 0" name="adj"/>
            </a:avLst>
          </a:prstGeom>
          <a:noFill/>
          <a:ln>
            <a:noFill/>
          </a:ln>
        </p:spPr>
      </p:pic>
      <p:sp>
        <p:nvSpPr>
          <p:cNvPr id="159" name="Google Shape;159;p30"/>
          <p:cNvSpPr txBox="1"/>
          <p:nvPr/>
        </p:nvSpPr>
        <p:spPr>
          <a:xfrm>
            <a:off x="1003700" y="1768525"/>
            <a:ext cx="8714100" cy="4720200"/>
          </a:xfrm>
          <a:prstGeom prst="rect">
            <a:avLst/>
          </a:prstGeom>
          <a:noFill/>
          <a:ln>
            <a:noFill/>
          </a:ln>
        </p:spPr>
        <p:txBody>
          <a:bodyPr anchorCtr="0" anchor="ctr" bIns="50800" lIns="50800" spcFirstLastPara="1" rIns="50800" wrap="square" tIns="50800">
            <a:spAutoFit/>
          </a:bodyPr>
          <a:lstStyle/>
          <a:p>
            <a:pPr indent="0" lvl="0" marL="0" rtl="0" algn="l">
              <a:lnSpc>
                <a:spcPct val="100000"/>
              </a:lnSpc>
              <a:spcBef>
                <a:spcPts val="0"/>
              </a:spcBef>
              <a:spcAft>
                <a:spcPts val="0"/>
              </a:spcAft>
              <a:buNone/>
            </a:pPr>
            <a:r>
              <a:rPr b="1" lang="en-US" sz="7500">
                <a:solidFill>
                  <a:srgbClr val="1B5F9A"/>
                </a:solidFill>
                <a:latin typeface="Noto Sans"/>
                <a:ea typeface="Noto Sans"/>
                <a:cs typeface="Noto Sans"/>
                <a:sym typeface="Noto Sans"/>
              </a:rPr>
              <a:t>Drupal empowers individuals to make informed health decisions</a:t>
            </a:r>
            <a:endParaRPr b="1" sz="9500">
              <a:solidFill>
                <a:srgbClr val="1B5F9A"/>
              </a:solidFill>
              <a:latin typeface="Noto Sans"/>
              <a:ea typeface="Noto Sans"/>
              <a:cs typeface="Noto Sans"/>
              <a:sym typeface="Noto Sans"/>
            </a:endParaRPr>
          </a:p>
        </p:txBody>
      </p:sp>
      <p:pic>
        <p:nvPicPr>
          <p:cNvPr id="160" name="Google Shape;160;p30"/>
          <p:cNvPicPr preferRelativeResize="0"/>
          <p:nvPr/>
        </p:nvPicPr>
        <p:blipFill>
          <a:blip r:embed="rId4">
            <a:alphaModFix/>
          </a:blip>
          <a:stretch>
            <a:fillRect/>
          </a:stretch>
        </p:blipFill>
        <p:spPr>
          <a:xfrm>
            <a:off x="1077925" y="10529800"/>
            <a:ext cx="5187575" cy="1670401"/>
          </a:xfrm>
          <a:prstGeom prst="rect">
            <a:avLst/>
          </a:prstGeom>
          <a:noFill/>
          <a:ln>
            <a:noFill/>
          </a:ln>
        </p:spPr>
      </p:pic>
      <p:pic>
        <p:nvPicPr>
          <p:cNvPr id="161" name="Google Shape;161;p30"/>
          <p:cNvPicPr preferRelativeResize="0"/>
          <p:nvPr/>
        </p:nvPicPr>
        <p:blipFill>
          <a:blip r:embed="rId5">
            <a:alphaModFix/>
          </a:blip>
          <a:stretch>
            <a:fillRect/>
          </a:stretch>
        </p:blipFill>
        <p:spPr>
          <a:xfrm>
            <a:off x="11605825" y="383525"/>
            <a:ext cx="12368325" cy="12948925"/>
          </a:xfrm>
          <a:prstGeom prst="rect">
            <a:avLst/>
          </a:prstGeom>
          <a:noFill/>
          <a:ln>
            <a:noFill/>
          </a:ln>
        </p:spPr>
      </p:pic>
      <p:pic>
        <p:nvPicPr>
          <p:cNvPr id="162" name="Google Shape;162;p30"/>
          <p:cNvPicPr preferRelativeResize="0"/>
          <p:nvPr/>
        </p:nvPicPr>
        <p:blipFill>
          <a:blip r:embed="rId6">
            <a:alphaModFix/>
          </a:blip>
          <a:stretch>
            <a:fillRect/>
          </a:stretch>
        </p:blipFill>
        <p:spPr>
          <a:xfrm>
            <a:off x="21430700" y="9933451"/>
            <a:ext cx="2543450" cy="25434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C63"/>
        </a:solidFill>
      </p:bgPr>
    </p:bg>
    <p:spTree>
      <p:nvGrpSpPr>
        <p:cNvPr id="166" name="Shape 166"/>
        <p:cNvGrpSpPr/>
        <p:nvPr/>
      </p:nvGrpSpPr>
      <p:grpSpPr>
        <a:xfrm>
          <a:off x="0" y="0"/>
          <a:ext cx="0" cy="0"/>
          <a:chOff x="0" y="0"/>
          <a:chExt cx="0" cy="0"/>
        </a:xfrm>
      </p:grpSpPr>
      <p:pic>
        <p:nvPicPr>
          <p:cNvPr id="167" name="Google Shape;167;p31"/>
          <p:cNvPicPr preferRelativeResize="0"/>
          <p:nvPr/>
        </p:nvPicPr>
        <p:blipFill rotWithShape="1">
          <a:blip r:embed="rId3">
            <a:alphaModFix/>
          </a:blip>
          <a:srcRect b="0" l="19" r="19" t="0"/>
          <a:stretch/>
        </p:blipFill>
        <p:spPr>
          <a:xfrm>
            <a:off x="1334088" y="1614200"/>
            <a:ext cx="21715825" cy="10671701"/>
          </a:xfrm>
          <a:prstGeom prst="rect">
            <a:avLst/>
          </a:prstGeom>
          <a:noFill/>
          <a:ln>
            <a:noFill/>
          </a:ln>
        </p:spPr>
      </p:pic>
      <p:sp>
        <p:nvSpPr>
          <p:cNvPr id="168" name="Google Shape;168;p31"/>
          <p:cNvSpPr txBox="1"/>
          <p:nvPr>
            <p:ph idx="1" type="body"/>
          </p:nvPr>
        </p:nvSpPr>
        <p:spPr>
          <a:xfrm>
            <a:off x="4150475" y="9424775"/>
            <a:ext cx="13327200" cy="1210800"/>
          </a:xfrm>
          <a:prstGeom prst="rect">
            <a:avLst/>
          </a:prstGeom>
        </p:spPr>
        <p:txBody>
          <a:bodyPr anchorCtr="0" anchor="t" bIns="50800" lIns="50800" spcFirstLastPara="1" rIns="50800" wrap="square" tIns="50800">
            <a:spAutoFit/>
          </a:bodyPr>
          <a:lstStyle/>
          <a:p>
            <a:r>
              <a:t>Drupal transformed how we manage content across our global organization. The flexibility is unmatched.</a:t>
            </a:r>
          </a:p>
        </p:txBody>
      </p:sp>
      <p:sp>
        <p:nvSpPr>
          <p:cNvPr id="169" name="Google Shape;169;p31"/>
          <p:cNvSpPr txBox="1"/>
          <p:nvPr>
            <p:ph idx="2" type="body"/>
          </p:nvPr>
        </p:nvSpPr>
        <p:spPr>
          <a:xfrm>
            <a:off x="4233050" y="4712850"/>
            <a:ext cx="15552300" cy="4114200"/>
          </a:xfrm>
          <a:prstGeom prst="rect">
            <a:avLst/>
          </a:prstGeom>
        </p:spPr>
        <p:txBody>
          <a:bodyPr anchorCtr="0" anchor="ctr" bIns="50800" lIns="50800" spcFirstLastPara="1" rIns="50800" wrap="square" tIns="50800">
            <a:spAutoFit/>
          </a:bodyPr>
          <a:lstStyle/>
          <a:p>
            <a:pPr indent="0" lvl="0" marL="0" rtl="0" algn="l">
              <a:spcBef>
                <a:spcPts val="0"/>
              </a:spcBef>
              <a:spcAft>
                <a:spcPts val="0"/>
              </a:spcAft>
              <a:buNone/>
            </a:pPr>
            <a:r>
              <a:rPr b="1" lang="en-US" sz="8700">
                <a:solidFill>
                  <a:schemeClr val="dk1"/>
                </a:solidFill>
                <a:latin typeface="Noto Sans"/>
                <a:ea typeface="Noto Sans"/>
                <a:cs typeface="Noto Sans"/>
                <a:sym typeface="Noto Sans"/>
              </a:rPr>
              <a:t>“Drupal strips away </a:t>
            </a:r>
            <a:r>
              <a:rPr b="1" lang="en-US" sz="8700">
                <a:solidFill>
                  <a:schemeClr val="dk1"/>
                </a:solidFill>
                <a:latin typeface="Noto Sans"/>
                <a:ea typeface="Noto Sans"/>
                <a:cs typeface="Noto Sans"/>
                <a:sym typeface="Noto Sans"/>
              </a:rPr>
              <a:t>barriers to innovative development</a:t>
            </a:r>
            <a:r>
              <a:rPr b="1" lang="en-US" sz="8700">
                <a:solidFill>
                  <a:schemeClr val="dk1"/>
                </a:solidFill>
                <a:latin typeface="Noto Sans"/>
                <a:ea typeface="Noto Sans"/>
                <a:cs typeface="Noto Sans"/>
                <a:sym typeface="Noto Sans"/>
              </a:rPr>
              <a:t>.”</a:t>
            </a:r>
            <a:endParaRPr b="1" sz="8700">
              <a:solidFill>
                <a:schemeClr val="dk1"/>
              </a:solidFill>
              <a:latin typeface="Noto Sans"/>
              <a:ea typeface="Noto Sans"/>
              <a:cs typeface="Noto Sans"/>
              <a:sym typeface="Noto Sans"/>
            </a:endParaRPr>
          </a:p>
        </p:txBody>
      </p:sp>
      <p:pic>
        <p:nvPicPr>
          <p:cNvPr id="170" name="Google Shape;170;p31"/>
          <p:cNvPicPr preferRelativeResize="0"/>
          <p:nvPr/>
        </p:nvPicPr>
        <p:blipFill>
          <a:blip r:embed="rId4">
            <a:alphaModFix/>
          </a:blip>
          <a:stretch>
            <a:fillRect/>
          </a:stretch>
        </p:blipFill>
        <p:spPr>
          <a:xfrm>
            <a:off x="20237107" y="9734327"/>
            <a:ext cx="2832925" cy="283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32"/>
          <p:cNvPicPr preferRelativeResize="0"/>
          <p:nvPr/>
        </p:nvPicPr>
        <p:blipFill rotWithShape="1">
          <a:blip r:embed="rId3">
            <a:alphaModFix/>
          </a:blip>
          <a:srcRect b="258" l="0" r="0" t="258"/>
          <a:stretch/>
        </p:blipFill>
        <p:spPr>
          <a:xfrm>
            <a:off x="9557700" y="952200"/>
            <a:ext cx="6174518" cy="5711867"/>
          </a:xfrm>
          <a:prstGeom prst="rect">
            <a:avLst/>
          </a:prstGeom>
          <a:noFill/>
          <a:ln>
            <a:noFill/>
          </a:ln>
        </p:spPr>
      </p:pic>
      <p:pic>
        <p:nvPicPr>
          <p:cNvPr id="176" name="Google Shape;176;p32"/>
          <p:cNvPicPr preferRelativeResize="0"/>
          <p:nvPr/>
        </p:nvPicPr>
        <p:blipFill rotWithShape="1">
          <a:blip r:embed="rId4">
            <a:alphaModFix/>
          </a:blip>
          <a:srcRect b="0" l="109" r="99" t="0"/>
          <a:stretch/>
        </p:blipFill>
        <p:spPr>
          <a:xfrm>
            <a:off x="16486601" y="5209900"/>
            <a:ext cx="6621623" cy="6157269"/>
          </a:xfrm>
          <a:prstGeom prst="rect">
            <a:avLst/>
          </a:prstGeom>
          <a:noFill/>
          <a:ln>
            <a:noFill/>
          </a:ln>
        </p:spPr>
      </p:pic>
      <p:pic>
        <p:nvPicPr>
          <p:cNvPr id="177" name="Google Shape;177;p32"/>
          <p:cNvPicPr preferRelativeResize="0"/>
          <p:nvPr/>
        </p:nvPicPr>
        <p:blipFill rotWithShape="1">
          <a:blip r:embed="rId5">
            <a:alphaModFix/>
          </a:blip>
          <a:srcRect b="81" l="0" r="0" t="25695"/>
          <a:stretch/>
        </p:blipFill>
        <p:spPr>
          <a:xfrm>
            <a:off x="16698825" y="-1"/>
            <a:ext cx="6621625" cy="4576999"/>
          </a:xfrm>
          <a:prstGeom prst="rect">
            <a:avLst/>
          </a:prstGeom>
          <a:noFill/>
          <a:ln>
            <a:noFill/>
          </a:ln>
        </p:spPr>
      </p:pic>
      <p:pic>
        <p:nvPicPr>
          <p:cNvPr id="178" name="Google Shape;178;p32"/>
          <p:cNvPicPr preferRelativeResize="0"/>
          <p:nvPr/>
        </p:nvPicPr>
        <p:blipFill rotWithShape="1">
          <a:blip r:embed="rId5">
            <a:alphaModFix/>
          </a:blip>
          <a:srcRect b="79" l="0" r="0" t="69"/>
          <a:stretch/>
        </p:blipFill>
        <p:spPr>
          <a:xfrm>
            <a:off x="9557703" y="7099766"/>
            <a:ext cx="6174520" cy="5741534"/>
          </a:xfrm>
          <a:prstGeom prst="rect">
            <a:avLst/>
          </a:prstGeom>
          <a:noFill/>
          <a:ln>
            <a:noFill/>
          </a:ln>
        </p:spPr>
      </p:pic>
      <p:pic>
        <p:nvPicPr>
          <p:cNvPr id="179" name="Google Shape;179;p32"/>
          <p:cNvPicPr preferRelativeResize="0"/>
          <p:nvPr/>
        </p:nvPicPr>
        <p:blipFill rotWithShape="1">
          <a:blip r:embed="rId6">
            <a:alphaModFix/>
          </a:blip>
          <a:srcRect b="17154" l="25304" r="21219" t="20579"/>
          <a:stretch/>
        </p:blipFill>
        <p:spPr>
          <a:xfrm>
            <a:off x="17261500" y="0"/>
            <a:ext cx="5247300" cy="4072200"/>
          </a:xfrm>
          <a:prstGeom prst="roundRect">
            <a:avLst>
              <a:gd fmla="val 5580" name="adj"/>
            </a:avLst>
          </a:prstGeom>
          <a:noFill/>
          <a:ln>
            <a:noFill/>
          </a:ln>
        </p:spPr>
      </p:pic>
      <p:pic>
        <p:nvPicPr>
          <p:cNvPr id="180" name="Google Shape;180;p32"/>
          <p:cNvPicPr preferRelativeResize="0"/>
          <p:nvPr/>
        </p:nvPicPr>
        <p:blipFill rotWithShape="1">
          <a:blip r:embed="rId7">
            <a:alphaModFix/>
          </a:blip>
          <a:srcRect b="9924" l="21342" r="17781" t="6680"/>
          <a:stretch/>
        </p:blipFill>
        <p:spPr>
          <a:xfrm>
            <a:off x="10034950" y="7820350"/>
            <a:ext cx="5012400" cy="4577100"/>
          </a:xfrm>
          <a:prstGeom prst="roundRect">
            <a:avLst>
              <a:gd fmla="val 4647" name="adj"/>
            </a:avLst>
          </a:prstGeom>
          <a:noFill/>
          <a:ln>
            <a:noFill/>
          </a:ln>
        </p:spPr>
      </p:pic>
      <p:pic>
        <p:nvPicPr>
          <p:cNvPr id="181" name="Google Shape;181;p32"/>
          <p:cNvPicPr preferRelativeResize="0"/>
          <p:nvPr/>
        </p:nvPicPr>
        <p:blipFill rotWithShape="1">
          <a:blip r:embed="rId8">
            <a:alphaModFix/>
          </a:blip>
          <a:srcRect b="5123" l="11581" r="27494" t="11978"/>
          <a:stretch/>
        </p:blipFill>
        <p:spPr>
          <a:xfrm>
            <a:off x="10242850" y="1629525"/>
            <a:ext cx="4804500" cy="4357200"/>
          </a:xfrm>
          <a:prstGeom prst="roundRect">
            <a:avLst>
              <a:gd fmla="val 7174" name="adj"/>
            </a:avLst>
          </a:prstGeom>
          <a:noFill/>
          <a:ln>
            <a:noFill/>
          </a:ln>
        </p:spPr>
      </p:pic>
      <p:pic>
        <p:nvPicPr>
          <p:cNvPr id="182" name="Google Shape;182;p32"/>
          <p:cNvPicPr preferRelativeResize="0"/>
          <p:nvPr/>
        </p:nvPicPr>
        <p:blipFill rotWithShape="1">
          <a:blip r:embed="rId9">
            <a:alphaModFix/>
          </a:blip>
          <a:srcRect b="3611" l="19802" r="16890" t="9583"/>
          <a:stretch/>
        </p:blipFill>
        <p:spPr>
          <a:xfrm>
            <a:off x="17302015" y="5698980"/>
            <a:ext cx="5247300" cy="4795800"/>
          </a:xfrm>
          <a:prstGeom prst="roundRect">
            <a:avLst>
              <a:gd fmla="val 5915" name="adj"/>
            </a:avLst>
          </a:prstGeom>
          <a:noFill/>
          <a:ln>
            <a:noFill/>
          </a:ln>
        </p:spPr>
      </p:pic>
      <p:pic>
        <p:nvPicPr>
          <p:cNvPr id="183" name="Google Shape;183;p32"/>
          <p:cNvPicPr preferRelativeResize="0"/>
          <p:nvPr/>
        </p:nvPicPr>
        <p:blipFill>
          <a:blip r:embed="rId10">
            <a:alphaModFix/>
          </a:blip>
          <a:stretch>
            <a:fillRect/>
          </a:stretch>
        </p:blipFill>
        <p:spPr>
          <a:xfrm>
            <a:off x="22902343" y="11941351"/>
            <a:ext cx="879033" cy="1152350"/>
          </a:xfrm>
          <a:prstGeom prst="rect">
            <a:avLst/>
          </a:prstGeom>
          <a:noFill/>
          <a:ln>
            <a:noFill/>
          </a:ln>
        </p:spPr>
      </p:pic>
      <p:sp>
        <p:nvSpPr>
          <p:cNvPr id="184" name="Google Shape;184;p32"/>
          <p:cNvSpPr txBox="1"/>
          <p:nvPr/>
        </p:nvSpPr>
        <p:spPr>
          <a:xfrm>
            <a:off x="1581000" y="1629525"/>
            <a:ext cx="67257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162C63"/>
                </a:solidFill>
                <a:latin typeface="Noto Sans"/>
                <a:ea typeface="Noto Sans"/>
                <a:cs typeface="Noto Sans"/>
                <a:sym typeface="Noto Sans"/>
              </a:rPr>
              <a:t>Seamless integrations ready-to-go</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rgbClr val="162C63"/>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rgbClr val="162C63"/>
              </a:solidFill>
              <a:latin typeface="Noto Sans"/>
              <a:ea typeface="Noto Sans"/>
              <a:cs typeface="Noto Sans"/>
              <a:sym typeface="Noto Sans"/>
            </a:endParaRPr>
          </a:p>
        </p:txBody>
      </p:sp>
      <p:sp>
        <p:nvSpPr>
          <p:cNvPr id="185" name="Google Shape;185;p32"/>
          <p:cNvSpPr txBox="1"/>
          <p:nvPr>
            <p:ph idx="1" type="body"/>
          </p:nvPr>
        </p:nvSpPr>
        <p:spPr>
          <a:xfrm>
            <a:off x="1581000" y="5209900"/>
            <a:ext cx="5762100" cy="36003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None/>
            </a:pPr>
            <a:r>
              <a:rPr lang="en-US" sz="3730">
                <a:solidFill>
                  <a:srgbClr val="162C63"/>
                </a:solidFill>
                <a:latin typeface="Noto Sans Light"/>
                <a:ea typeface="Noto Sans Light"/>
                <a:cs typeface="Noto Sans Light"/>
                <a:sym typeface="Noto Sans Light"/>
              </a:rPr>
              <a:t>Thousands of add-ons are available that support your marketing tooling. You can control data </a:t>
            </a:r>
            <a:r>
              <a:rPr lang="en-US" sz="3730">
                <a:solidFill>
                  <a:srgbClr val="162C63"/>
                </a:solidFill>
                <a:latin typeface="Noto Sans Light"/>
                <a:ea typeface="Noto Sans Light"/>
                <a:cs typeface="Noto Sans Light"/>
                <a:sym typeface="Noto Sans Light"/>
              </a:rPr>
              <a:t>privacy</a:t>
            </a:r>
            <a:r>
              <a:rPr lang="en-US" sz="3730">
                <a:solidFill>
                  <a:srgbClr val="162C63"/>
                </a:solidFill>
                <a:latin typeface="Noto Sans Light"/>
                <a:ea typeface="Noto Sans Light"/>
                <a:cs typeface="Noto Sans Light"/>
                <a:sym typeface="Noto Sans Light"/>
              </a:rPr>
              <a:t> and how customer insights are used.</a:t>
            </a:r>
            <a:endParaRPr sz="3730">
              <a:solidFill>
                <a:srgbClr val="162C63"/>
              </a:solidFill>
              <a:latin typeface="Noto Sans Light"/>
              <a:ea typeface="Noto Sans Light"/>
              <a:cs typeface="Noto Sans Light"/>
              <a:sym typeface="Noto Sans Light"/>
            </a:endParaRPr>
          </a:p>
        </p:txBody>
      </p:sp>
      <p:pic>
        <p:nvPicPr>
          <p:cNvPr id="186" name="Google Shape;186;p32"/>
          <p:cNvPicPr preferRelativeResize="0"/>
          <p:nvPr/>
        </p:nvPicPr>
        <p:blipFill>
          <a:blip r:embed="rId11">
            <a:alphaModFix/>
          </a:blip>
          <a:stretch>
            <a:fillRect/>
          </a:stretch>
        </p:blipFill>
        <p:spPr>
          <a:xfrm>
            <a:off x="1581001" y="10407990"/>
            <a:ext cx="2495698" cy="2319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3"/>
          <p:cNvPicPr preferRelativeResize="0"/>
          <p:nvPr/>
        </p:nvPicPr>
        <p:blipFill rotWithShape="1">
          <a:blip r:embed="rId3">
            <a:alphaModFix/>
          </a:blip>
          <a:srcRect b="0" l="0" r="0" t="0"/>
          <a:stretch/>
        </p:blipFill>
        <p:spPr>
          <a:xfrm>
            <a:off x="1480800" y="2574213"/>
            <a:ext cx="8611651" cy="8007727"/>
          </a:xfrm>
          <a:prstGeom prst="rect">
            <a:avLst/>
          </a:prstGeom>
          <a:noFill/>
          <a:ln>
            <a:noFill/>
          </a:ln>
        </p:spPr>
      </p:pic>
      <p:sp>
        <p:nvSpPr>
          <p:cNvPr id="192" name="Google Shape;192;p33"/>
          <p:cNvSpPr txBox="1"/>
          <p:nvPr>
            <p:ph type="title"/>
          </p:nvPr>
        </p:nvSpPr>
        <p:spPr>
          <a:xfrm>
            <a:off x="2595850" y="4722375"/>
            <a:ext cx="6714900" cy="4236600"/>
          </a:xfrm>
          <a:prstGeom prst="rect">
            <a:avLst/>
          </a:prstGeom>
          <a:noFill/>
          <a:ln>
            <a:noFill/>
          </a:ln>
        </p:spPr>
        <p:txBody>
          <a:bodyPr anchorCtr="0" anchor="ctr" bIns="50800" lIns="50800" spcFirstLastPara="1" rIns="50800" wrap="square" tIns="50800">
            <a:noAutofit/>
          </a:bodyPr>
          <a:lstStyle/>
          <a:p>
            <a:r>
              <a:t>72%</a:t>
            </a:r>
          </a:p>
        </p:txBody>
      </p:sp>
      <p:sp>
        <p:nvSpPr>
          <p:cNvPr id="193" name="Google Shape;193;p33"/>
          <p:cNvSpPr txBox="1"/>
          <p:nvPr>
            <p:ph idx="1" type="body"/>
          </p:nvPr>
        </p:nvSpPr>
        <p:spPr>
          <a:xfrm>
            <a:off x="11669725" y="2809788"/>
            <a:ext cx="9891900" cy="7536600"/>
          </a:xfrm>
          <a:prstGeom prst="rect">
            <a:avLst/>
          </a:prstGeom>
          <a:noFill/>
          <a:ln>
            <a:noFill/>
          </a:ln>
        </p:spPr>
        <p:txBody>
          <a:bodyPr anchorCtr="0" anchor="t" bIns="50800" lIns="50800" spcFirstLastPara="1" rIns="50800" wrap="square" tIns="50800">
            <a:noAutofit/>
          </a:bodyPr>
          <a:lstStyle/>
          <a:p>
            <a:r>
              <a:t>72% of enterprise organizations report improved content management efficiency</a:t>
            </a:r>
          </a:p>
          <a:p/>
          <a:p>
            <a:r>
              <a:t>Flexibility - Build custom workflows that match your processes</a:t>
            </a:r>
          </a:p>
          <a:p/>
          <a:p>
            <a:r>
              <a:t>Scalability - Handle millions of visitors without breaking a sweat</a:t>
            </a:r>
          </a:p>
          <a:p/>
          <a:p>
            <a:r>
              <a:t>Security - Enterprise-grade security with dedicated security team</a:t>
            </a:r>
          </a:p>
        </p:txBody>
      </p:sp>
      <p:pic>
        <p:nvPicPr>
          <p:cNvPr id="194" name="Google Shape;194;p33"/>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4"/>
          <p:cNvPicPr preferRelativeResize="0"/>
          <p:nvPr/>
        </p:nvPicPr>
        <p:blipFill>
          <a:blip r:embed="rId3">
            <a:alphaModFix/>
          </a:blip>
          <a:stretch>
            <a:fillRect/>
          </a:stretch>
        </p:blipFill>
        <p:spPr>
          <a:xfrm>
            <a:off x="22902343" y="11941351"/>
            <a:ext cx="879033" cy="1152350"/>
          </a:xfrm>
          <a:prstGeom prst="rect">
            <a:avLst/>
          </a:prstGeom>
          <a:noFill/>
          <a:ln>
            <a:noFill/>
          </a:ln>
        </p:spPr>
      </p:pic>
      <p:sp>
        <p:nvSpPr>
          <p:cNvPr id="200" name="Google Shape;200;p34"/>
          <p:cNvSpPr txBox="1"/>
          <p:nvPr>
            <p:ph idx="1" type="body"/>
          </p:nvPr>
        </p:nvSpPr>
        <p:spPr>
          <a:xfrm>
            <a:off x="1924675" y="5877175"/>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Compliance</a:t>
            </a:r>
            <a:r>
              <a:rPr lang="en-US" sz="3730">
                <a:solidFill>
                  <a:srgbClr val="162C63"/>
                </a:solidFill>
                <a:latin typeface="Noto Sans Light"/>
                <a:ea typeface="Noto Sans Light"/>
                <a:cs typeface="Noto Sans Light"/>
                <a:sym typeface="Noto Sans Light"/>
              </a:rPr>
              <a:t> - Control over data residency; accessibility &amp; security</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Supported</a:t>
            </a:r>
            <a:r>
              <a:rPr lang="en-US" sz="3730">
                <a:solidFill>
                  <a:srgbClr val="162C63"/>
                </a:solidFill>
                <a:latin typeface="Noto Sans Light"/>
                <a:ea typeface="Noto Sans Light"/>
                <a:cs typeface="Noto Sans Light"/>
                <a:sym typeface="Noto Sans Light"/>
              </a:rPr>
              <a:t> - A network of certified Drupal Partners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Composability</a:t>
            </a:r>
            <a:r>
              <a:rPr lang="en-US" sz="3730">
                <a:solidFill>
                  <a:srgbClr val="162C63"/>
                </a:solidFill>
                <a:latin typeface="Noto Sans Light"/>
                <a:ea typeface="Noto Sans Light"/>
                <a:cs typeface="Noto Sans Light"/>
                <a:sym typeface="Noto Sans Light"/>
              </a:rPr>
              <a:t> - You pick the tools you want to integrate with</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201" name="Google Shape;201;p34"/>
          <p:cNvPicPr preferRelativeResize="0"/>
          <p:nvPr/>
        </p:nvPicPr>
        <p:blipFill rotWithShape="1">
          <a:blip r:embed="rId4">
            <a:alphaModFix/>
          </a:blip>
          <a:srcRect b="-1080" l="0" r="0" t="1080"/>
          <a:stretch/>
        </p:blipFill>
        <p:spPr>
          <a:xfrm>
            <a:off x="13326575" y="2679387"/>
            <a:ext cx="9297025" cy="8600377"/>
          </a:xfrm>
          <a:prstGeom prst="rect">
            <a:avLst/>
          </a:prstGeom>
          <a:noFill/>
          <a:ln>
            <a:noFill/>
          </a:ln>
        </p:spPr>
      </p:pic>
      <p:sp>
        <p:nvSpPr>
          <p:cNvPr id="202" name="Google Shape;202;p34"/>
          <p:cNvSpPr txBox="1"/>
          <p:nvPr/>
        </p:nvSpPr>
        <p:spPr>
          <a:xfrm>
            <a:off x="14612238" y="5575350"/>
            <a:ext cx="6725700" cy="2565300"/>
          </a:xfrm>
          <a:prstGeom prst="rect">
            <a:avLst/>
          </a:prstGeom>
          <a:noFill/>
          <a:ln>
            <a:noFill/>
          </a:ln>
        </p:spPr>
        <p:txBody>
          <a:bodyPr anchorCtr="0" anchor="ctr" bIns="50800" lIns="50800" spcFirstLastPara="1" rIns="50800" wrap="square" tIns="50800">
            <a:spAutoFit/>
          </a:bodyPr>
          <a:lstStyle/>
          <a:p>
            <a:pPr indent="0" lvl="0" marL="0" marR="0" rtl="0" algn="ctr">
              <a:lnSpc>
                <a:spcPct val="80000"/>
              </a:lnSpc>
              <a:spcBef>
                <a:spcPts val="0"/>
              </a:spcBef>
              <a:spcAft>
                <a:spcPts val="0"/>
              </a:spcAft>
              <a:buClr>
                <a:srgbClr val="FFFFFF"/>
              </a:buClr>
              <a:buSzPts val="9000"/>
              <a:buFont typeface="Helvetica Neue"/>
              <a:buNone/>
            </a:pPr>
            <a:r>
              <a:rPr b="1" lang="en-US" sz="20000">
                <a:solidFill>
                  <a:srgbClr val="162C63"/>
                </a:solidFill>
                <a:latin typeface="Noto Sans"/>
                <a:ea typeface="Noto Sans"/>
                <a:cs typeface="Noto Sans"/>
                <a:sym typeface="Noto Sans"/>
              </a:rPr>
              <a:t>70%</a:t>
            </a:r>
            <a:endParaRPr b="1" sz="20000">
              <a:solidFill>
                <a:srgbClr val="162C63"/>
              </a:solidFill>
              <a:latin typeface="Noto Sans"/>
              <a:ea typeface="Noto Sans"/>
              <a:cs typeface="Noto Sans"/>
              <a:sym typeface="Noto Sans"/>
            </a:endParaRPr>
          </a:p>
        </p:txBody>
      </p:sp>
      <p:sp>
        <p:nvSpPr>
          <p:cNvPr id="203" name="Google Shape;203;p34"/>
          <p:cNvSpPr txBox="1"/>
          <p:nvPr/>
        </p:nvSpPr>
        <p:spPr>
          <a:xfrm>
            <a:off x="1893900" y="2230950"/>
            <a:ext cx="7851000" cy="2965500"/>
          </a:xfrm>
          <a:prstGeom prst="rect">
            <a:avLst/>
          </a:prstGeom>
          <a:noFill/>
          <a:ln>
            <a:noFill/>
          </a:ln>
        </p:spPr>
        <p:txBody>
          <a:bodyPr anchorCtr="0" anchor="ctr" bIns="50800" lIns="50800" spcFirstLastPara="1" rIns="50800" wrap="square" tIns="50800">
            <a:spAutoFit/>
          </a:bodyPr>
          <a:lstStyle/>
          <a:p>
            <a:pPr indent="0" lvl="0" marL="0" rtl="0" algn="l">
              <a:lnSpc>
                <a:spcPct val="105000"/>
              </a:lnSpc>
              <a:spcBef>
                <a:spcPts val="0"/>
              </a:spcBef>
              <a:spcAft>
                <a:spcPts val="0"/>
              </a:spcAft>
              <a:buClr>
                <a:srgbClr val="000000"/>
              </a:buClr>
              <a:buSzPts val="1018"/>
              <a:buFont typeface="Arial"/>
              <a:buNone/>
            </a:pPr>
            <a:r>
              <a:rPr b="1" lang="en-US" sz="6000">
                <a:solidFill>
                  <a:srgbClr val="162C63"/>
                </a:solidFill>
                <a:latin typeface="Noto Sans"/>
                <a:ea typeface="Noto Sans"/>
                <a:cs typeface="Noto Sans"/>
                <a:sym typeface="Noto Sans"/>
              </a:rPr>
              <a:t>70% of Ivy League universities use Drupal.</a:t>
            </a:r>
            <a:endParaRPr b="1" sz="7000">
              <a:solidFill>
                <a:srgbClr val="162C63"/>
              </a:solidFill>
              <a:latin typeface="Noto Sans"/>
              <a:ea typeface="Noto Sans"/>
              <a:cs typeface="Noto Sans"/>
              <a:sym typeface="No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09" name="Google Shape;209;p35"/>
          <p:cNvPicPr preferRelativeResize="0"/>
          <p:nvPr/>
        </p:nvPicPr>
        <p:blipFill rotWithShape="1">
          <a:blip r:embed="rId3">
            <a:alphaModFix/>
          </a:blip>
          <a:srcRect b="0" l="4192" r="20534" t="0"/>
          <a:stretch/>
        </p:blipFill>
        <p:spPr>
          <a:xfrm>
            <a:off x="8894123" y="0"/>
            <a:ext cx="15489874" cy="13716005"/>
          </a:xfrm>
          <a:prstGeom prst="rect">
            <a:avLst/>
          </a:prstGeom>
          <a:noFill/>
          <a:ln>
            <a:noFill/>
          </a:ln>
        </p:spPr>
      </p:pic>
      <p:pic>
        <p:nvPicPr>
          <p:cNvPr id="210" name="Google Shape;210;p35"/>
          <p:cNvPicPr preferRelativeResize="0"/>
          <p:nvPr/>
        </p:nvPicPr>
        <p:blipFill rotWithShape="1">
          <a:blip r:embed="rId4">
            <a:alphaModFix/>
          </a:blip>
          <a:srcRect b="-1080" l="0" r="0" t="1080"/>
          <a:stretch/>
        </p:blipFill>
        <p:spPr>
          <a:xfrm>
            <a:off x="1195350" y="831300"/>
            <a:ext cx="9297025" cy="8600377"/>
          </a:xfrm>
          <a:prstGeom prst="rect">
            <a:avLst/>
          </a:prstGeom>
          <a:noFill/>
          <a:ln>
            <a:noFill/>
          </a:ln>
        </p:spPr>
      </p:pic>
      <p:pic>
        <p:nvPicPr>
          <p:cNvPr id="211" name="Google Shape;211;p35"/>
          <p:cNvPicPr preferRelativeResize="0"/>
          <p:nvPr/>
        </p:nvPicPr>
        <p:blipFill>
          <a:blip r:embed="rId5">
            <a:alphaModFix/>
          </a:blip>
          <a:stretch>
            <a:fillRect/>
          </a:stretch>
        </p:blipFill>
        <p:spPr>
          <a:xfrm>
            <a:off x="2754401" y="10407990"/>
            <a:ext cx="2495698" cy="2319001"/>
          </a:xfrm>
          <a:prstGeom prst="rect">
            <a:avLst/>
          </a:prstGeom>
          <a:noFill/>
          <a:ln>
            <a:noFill/>
          </a:ln>
        </p:spPr>
      </p:pic>
      <p:sp>
        <p:nvSpPr>
          <p:cNvPr id="212" name="Google Shape;212;p35"/>
          <p:cNvSpPr txBox="1"/>
          <p:nvPr/>
        </p:nvSpPr>
        <p:spPr>
          <a:xfrm>
            <a:off x="2446650" y="3417750"/>
            <a:ext cx="6598500" cy="52746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FFFFFF"/>
                </a:solidFill>
                <a:latin typeface="Noto Sans"/>
                <a:ea typeface="Noto Sans"/>
                <a:cs typeface="Noto Sans"/>
                <a:sym typeface="Noto Sans"/>
              </a:rPr>
              <a:t>Half of Fortune 500 companies rely on Drupal</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FFFFFF"/>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7000">
              <a:solidFill>
                <a:srgbClr val="FFFFFF"/>
              </a:solidFill>
              <a:latin typeface="Noto Sans"/>
              <a:ea typeface="Noto Sans"/>
              <a:cs typeface="Noto Sans"/>
              <a:sym typeface="No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p:nvPr/>
        </p:nvSpPr>
        <p:spPr>
          <a:xfrm>
            <a:off x="104775" y="26200"/>
            <a:ext cx="10140900" cy="13716000"/>
          </a:xfrm>
          <a:prstGeom prst="rect">
            <a:avLst/>
          </a:prstGeom>
          <a:solidFill>
            <a:srgbClr val="162C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18" name="Google Shape;218;p36"/>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19" name="Google Shape;219;p36"/>
          <p:cNvPicPr preferRelativeResize="0"/>
          <p:nvPr/>
        </p:nvPicPr>
        <p:blipFill rotWithShape="1">
          <a:blip r:embed="rId3">
            <a:alphaModFix/>
          </a:blip>
          <a:srcRect b="0" l="-21215" r="-16279" t="-3874"/>
          <a:stretch/>
        </p:blipFill>
        <p:spPr>
          <a:xfrm>
            <a:off x="11743885" y="11489029"/>
            <a:ext cx="2007075" cy="1516196"/>
          </a:xfrm>
          <a:prstGeom prst="rect">
            <a:avLst/>
          </a:prstGeom>
          <a:noFill/>
          <a:ln>
            <a:noFill/>
          </a:ln>
        </p:spPr>
      </p:pic>
      <p:pic>
        <p:nvPicPr>
          <p:cNvPr id="220" name="Google Shape;220;p36"/>
          <p:cNvPicPr preferRelativeResize="0"/>
          <p:nvPr/>
        </p:nvPicPr>
        <p:blipFill rotWithShape="1">
          <a:blip r:embed="rId4">
            <a:alphaModFix/>
          </a:blip>
          <a:srcRect b="-32590" l="-5407" r="-5407" t="-32590"/>
          <a:stretch/>
        </p:blipFill>
        <p:spPr>
          <a:xfrm>
            <a:off x="11582072" y="9100441"/>
            <a:ext cx="2330702" cy="1642276"/>
          </a:xfrm>
          <a:prstGeom prst="rect">
            <a:avLst/>
          </a:prstGeom>
          <a:noFill/>
          <a:ln>
            <a:noFill/>
          </a:ln>
        </p:spPr>
      </p:pic>
      <p:pic>
        <p:nvPicPr>
          <p:cNvPr id="221" name="Google Shape;221;p36"/>
          <p:cNvPicPr preferRelativeResize="0"/>
          <p:nvPr/>
        </p:nvPicPr>
        <p:blipFill rotWithShape="1">
          <a:blip r:embed="rId5">
            <a:alphaModFix/>
          </a:blip>
          <a:srcRect b="-27587" l="0" r="-4602" t="-27571"/>
          <a:stretch/>
        </p:blipFill>
        <p:spPr>
          <a:xfrm>
            <a:off x="20236795" y="11750027"/>
            <a:ext cx="2874075" cy="994200"/>
          </a:xfrm>
          <a:prstGeom prst="rect">
            <a:avLst/>
          </a:prstGeom>
          <a:noFill/>
          <a:ln>
            <a:noFill/>
          </a:ln>
        </p:spPr>
      </p:pic>
      <p:pic>
        <p:nvPicPr>
          <p:cNvPr id="222" name="Google Shape;222;p36"/>
          <p:cNvPicPr preferRelativeResize="0"/>
          <p:nvPr/>
        </p:nvPicPr>
        <p:blipFill rotWithShape="1">
          <a:blip r:embed="rId6">
            <a:alphaModFix/>
          </a:blip>
          <a:srcRect b="-40777" l="-5579" r="-5568" t="-40777"/>
          <a:stretch/>
        </p:blipFill>
        <p:spPr>
          <a:xfrm>
            <a:off x="11743882" y="3519274"/>
            <a:ext cx="2007082" cy="1878650"/>
          </a:xfrm>
          <a:prstGeom prst="rect">
            <a:avLst/>
          </a:prstGeom>
          <a:noFill/>
          <a:ln>
            <a:noFill/>
          </a:ln>
        </p:spPr>
      </p:pic>
      <p:pic>
        <p:nvPicPr>
          <p:cNvPr id="223" name="Google Shape;223;p36"/>
          <p:cNvPicPr preferRelativeResize="0"/>
          <p:nvPr/>
        </p:nvPicPr>
        <p:blipFill rotWithShape="1">
          <a:blip r:embed="rId7">
            <a:alphaModFix/>
          </a:blip>
          <a:srcRect b="0" l="-1848" r="-842" t="-46907"/>
          <a:stretch/>
        </p:blipFill>
        <p:spPr>
          <a:xfrm>
            <a:off x="15036337" y="11750027"/>
            <a:ext cx="4139149" cy="994200"/>
          </a:xfrm>
          <a:prstGeom prst="rect">
            <a:avLst/>
          </a:prstGeom>
          <a:noFill/>
          <a:ln>
            <a:noFill/>
          </a:ln>
        </p:spPr>
      </p:pic>
      <p:pic>
        <p:nvPicPr>
          <p:cNvPr id="224" name="Google Shape;224;p36"/>
          <p:cNvPicPr preferRelativeResize="0"/>
          <p:nvPr/>
        </p:nvPicPr>
        <p:blipFill rotWithShape="1">
          <a:blip r:embed="rId8">
            <a:alphaModFix/>
          </a:blip>
          <a:srcRect b="0" l="1699" r="1709" t="0"/>
          <a:stretch/>
        </p:blipFill>
        <p:spPr>
          <a:xfrm>
            <a:off x="15911936" y="6292481"/>
            <a:ext cx="2387953" cy="1696000"/>
          </a:xfrm>
          <a:prstGeom prst="rect">
            <a:avLst/>
          </a:prstGeom>
          <a:noFill/>
          <a:ln>
            <a:noFill/>
          </a:ln>
        </p:spPr>
      </p:pic>
      <p:pic>
        <p:nvPicPr>
          <p:cNvPr id="225" name="Google Shape;225;p36"/>
          <p:cNvPicPr preferRelativeResize="0"/>
          <p:nvPr/>
        </p:nvPicPr>
        <p:blipFill rotWithShape="1">
          <a:blip r:embed="rId9">
            <a:alphaModFix/>
          </a:blip>
          <a:srcRect b="-870" l="0" r="0" t="870"/>
          <a:stretch/>
        </p:blipFill>
        <p:spPr>
          <a:xfrm>
            <a:off x="16284708" y="9100442"/>
            <a:ext cx="1642408" cy="1642274"/>
          </a:xfrm>
          <a:prstGeom prst="rect">
            <a:avLst/>
          </a:prstGeom>
          <a:noFill/>
          <a:ln>
            <a:noFill/>
          </a:ln>
        </p:spPr>
      </p:pic>
      <p:pic>
        <p:nvPicPr>
          <p:cNvPr id="226" name="Google Shape;226;p36"/>
          <p:cNvPicPr preferRelativeResize="0"/>
          <p:nvPr/>
        </p:nvPicPr>
        <p:blipFill rotWithShape="1">
          <a:blip r:embed="rId10">
            <a:alphaModFix/>
          </a:blip>
          <a:srcRect b="-8045" l="-33216" r="-33200" t="-8045"/>
          <a:stretch/>
        </p:blipFill>
        <p:spPr>
          <a:xfrm>
            <a:off x="11373610" y="6182144"/>
            <a:ext cx="2747625" cy="1916675"/>
          </a:xfrm>
          <a:prstGeom prst="rect">
            <a:avLst/>
          </a:prstGeom>
          <a:noFill/>
          <a:ln>
            <a:noFill/>
          </a:ln>
        </p:spPr>
      </p:pic>
      <p:pic>
        <p:nvPicPr>
          <p:cNvPr id="227" name="Google Shape;227;p36"/>
          <p:cNvPicPr preferRelativeResize="0"/>
          <p:nvPr/>
        </p:nvPicPr>
        <p:blipFill rotWithShape="1">
          <a:blip r:embed="rId11">
            <a:alphaModFix/>
          </a:blip>
          <a:srcRect b="1238" l="0" r="0" t="1238"/>
          <a:stretch/>
        </p:blipFill>
        <p:spPr>
          <a:xfrm>
            <a:off x="15783350" y="3982462"/>
            <a:ext cx="2645125" cy="952275"/>
          </a:xfrm>
          <a:prstGeom prst="rect">
            <a:avLst/>
          </a:prstGeom>
          <a:noFill/>
          <a:ln>
            <a:noFill/>
          </a:ln>
        </p:spPr>
      </p:pic>
      <p:pic>
        <p:nvPicPr>
          <p:cNvPr id="228" name="Google Shape;228;p36"/>
          <p:cNvPicPr preferRelativeResize="0"/>
          <p:nvPr/>
        </p:nvPicPr>
        <p:blipFill rotWithShape="1">
          <a:blip r:embed="rId12">
            <a:alphaModFix/>
          </a:blip>
          <a:srcRect b="10846" l="0" r="0" t="10838"/>
          <a:stretch/>
        </p:blipFill>
        <p:spPr>
          <a:xfrm>
            <a:off x="11269413" y="948229"/>
            <a:ext cx="2956020" cy="1642237"/>
          </a:xfrm>
          <a:prstGeom prst="rect">
            <a:avLst/>
          </a:prstGeom>
          <a:noFill/>
          <a:ln>
            <a:noFill/>
          </a:ln>
        </p:spPr>
      </p:pic>
      <p:pic>
        <p:nvPicPr>
          <p:cNvPr id="229" name="Google Shape;229;p36"/>
          <p:cNvPicPr preferRelativeResize="0"/>
          <p:nvPr/>
        </p:nvPicPr>
        <p:blipFill rotWithShape="1">
          <a:blip r:embed="rId13">
            <a:alphaModFix/>
          </a:blip>
          <a:srcRect b="2989" l="0" r="0" t="2998"/>
          <a:stretch/>
        </p:blipFill>
        <p:spPr>
          <a:xfrm>
            <a:off x="20300022" y="9393131"/>
            <a:ext cx="2747622" cy="1056896"/>
          </a:xfrm>
          <a:prstGeom prst="rect">
            <a:avLst/>
          </a:prstGeom>
          <a:noFill/>
          <a:ln>
            <a:noFill/>
          </a:ln>
        </p:spPr>
      </p:pic>
      <p:pic>
        <p:nvPicPr>
          <p:cNvPr id="230" name="Google Shape;230;p36"/>
          <p:cNvPicPr preferRelativeResize="0"/>
          <p:nvPr/>
        </p:nvPicPr>
        <p:blipFill rotWithShape="1">
          <a:blip r:embed="rId14">
            <a:alphaModFix/>
          </a:blip>
          <a:srcRect b="36605" l="0" r="0" t="36605"/>
          <a:stretch/>
        </p:blipFill>
        <p:spPr>
          <a:xfrm>
            <a:off x="20053095" y="4024418"/>
            <a:ext cx="3241475" cy="868362"/>
          </a:xfrm>
          <a:prstGeom prst="rect">
            <a:avLst/>
          </a:prstGeom>
          <a:noFill/>
          <a:ln>
            <a:noFill/>
          </a:ln>
        </p:spPr>
      </p:pic>
      <p:pic>
        <p:nvPicPr>
          <p:cNvPr id="231" name="Google Shape;231;p36"/>
          <p:cNvPicPr preferRelativeResize="0"/>
          <p:nvPr/>
        </p:nvPicPr>
        <p:blipFill rotWithShape="1">
          <a:blip r:embed="rId15">
            <a:alphaModFix/>
          </a:blip>
          <a:srcRect b="-29969" l="0" r="-12803" t="-29953"/>
          <a:stretch/>
        </p:blipFill>
        <p:spPr>
          <a:xfrm>
            <a:off x="19986388" y="6521244"/>
            <a:ext cx="3374889" cy="1238475"/>
          </a:xfrm>
          <a:prstGeom prst="rect">
            <a:avLst/>
          </a:prstGeom>
          <a:noFill/>
          <a:ln>
            <a:noFill/>
          </a:ln>
        </p:spPr>
      </p:pic>
      <p:pic>
        <p:nvPicPr>
          <p:cNvPr id="232" name="Google Shape;232;p36"/>
          <p:cNvPicPr preferRelativeResize="0"/>
          <p:nvPr/>
        </p:nvPicPr>
        <p:blipFill rotWithShape="1">
          <a:blip r:embed="rId16">
            <a:alphaModFix/>
          </a:blip>
          <a:srcRect b="-7544" l="0" r="0" t="2170"/>
          <a:stretch/>
        </p:blipFill>
        <p:spPr>
          <a:xfrm>
            <a:off x="15732100" y="981550"/>
            <a:ext cx="2747625" cy="1642250"/>
          </a:xfrm>
          <a:prstGeom prst="rect">
            <a:avLst/>
          </a:prstGeom>
          <a:noFill/>
          <a:ln>
            <a:noFill/>
          </a:ln>
        </p:spPr>
      </p:pic>
      <p:pic>
        <p:nvPicPr>
          <p:cNvPr id="233" name="Google Shape;233;p36"/>
          <p:cNvPicPr preferRelativeResize="0"/>
          <p:nvPr/>
        </p:nvPicPr>
        <p:blipFill>
          <a:blip r:embed="rId17">
            <a:alphaModFix/>
          </a:blip>
          <a:stretch>
            <a:fillRect/>
          </a:stretch>
        </p:blipFill>
        <p:spPr>
          <a:xfrm>
            <a:off x="1027725" y="5314238"/>
            <a:ext cx="8033900" cy="7470300"/>
          </a:xfrm>
          <a:prstGeom prst="rect">
            <a:avLst/>
          </a:prstGeom>
          <a:noFill/>
          <a:ln>
            <a:noFill/>
          </a:ln>
        </p:spPr>
      </p:pic>
      <p:sp>
        <p:nvSpPr>
          <p:cNvPr id="234" name="Google Shape;234;p36"/>
          <p:cNvSpPr txBox="1"/>
          <p:nvPr/>
        </p:nvSpPr>
        <p:spPr>
          <a:xfrm>
            <a:off x="1745437" y="7509938"/>
            <a:ext cx="6598500" cy="52746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chemeClr val="dk1"/>
                </a:solidFill>
                <a:latin typeface="Noto Sans"/>
                <a:ea typeface="Noto Sans"/>
                <a:cs typeface="Noto Sans"/>
                <a:sym typeface="Noto Sans"/>
              </a:rPr>
              <a:t>Half of Fortune 500 companies rely on Drupal</a:t>
            </a:r>
            <a:endParaRPr b="1" sz="7000">
              <a:solidFill>
                <a:schemeClr val="dk1"/>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chemeClr val="dk1"/>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7000">
              <a:solidFill>
                <a:schemeClr val="dk1"/>
              </a:solidFill>
              <a:latin typeface="Noto Sans"/>
              <a:ea typeface="Noto Sans"/>
              <a:cs typeface="Noto Sans"/>
              <a:sym typeface="Noto Sans"/>
            </a:endParaRPr>
          </a:p>
        </p:txBody>
      </p:sp>
      <p:pic>
        <p:nvPicPr>
          <p:cNvPr id="235" name="Google Shape;235;p36"/>
          <p:cNvPicPr preferRelativeResize="0"/>
          <p:nvPr/>
        </p:nvPicPr>
        <p:blipFill>
          <a:blip r:embed="rId18">
            <a:alphaModFix/>
          </a:blip>
          <a:stretch>
            <a:fillRect/>
          </a:stretch>
        </p:blipFill>
        <p:spPr>
          <a:xfrm>
            <a:off x="19986383" y="1572792"/>
            <a:ext cx="3374899" cy="4597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37"/>
          <p:cNvPicPr preferRelativeResize="0"/>
          <p:nvPr/>
        </p:nvPicPr>
        <p:blipFill rotWithShape="1">
          <a:blip r:embed="rId3">
            <a:alphaModFix/>
          </a:blip>
          <a:srcRect b="0" l="0" r="0" t="0"/>
          <a:stretch/>
        </p:blipFill>
        <p:spPr>
          <a:xfrm>
            <a:off x="2495675" y="2302425"/>
            <a:ext cx="7633501" cy="7098175"/>
          </a:xfrm>
          <a:prstGeom prst="rect">
            <a:avLst/>
          </a:prstGeom>
          <a:noFill/>
          <a:ln>
            <a:noFill/>
          </a:ln>
        </p:spPr>
      </p:pic>
      <p:sp>
        <p:nvSpPr>
          <p:cNvPr id="241" name="Google Shape;241;p37"/>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FFFFFF"/>
              </a:buClr>
              <a:buSzPts val="8400"/>
              <a:buFont typeface="Helvetica Neue"/>
              <a:buNone/>
            </a:pPr>
            <a:r>
              <a:rPr b="1" lang="en-US" sz="6000">
                <a:solidFill>
                  <a:srgbClr val="0D7DC1"/>
                </a:solidFill>
              </a:rPr>
              <a:t>Half of Fortune 500 companies</a:t>
            </a:r>
            <a:endParaRPr b="1" sz="6000">
              <a:solidFill>
                <a:srgbClr val="0D7DC1"/>
              </a:solidFill>
            </a:endParaRPr>
          </a:p>
        </p:txBody>
      </p:sp>
      <p:sp>
        <p:nvSpPr>
          <p:cNvPr id="242" name="Google Shape;242;p37"/>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b="1" lang="en-US" sz="6000">
                <a:solidFill>
                  <a:srgbClr val="162C63"/>
                </a:solidFill>
                <a:latin typeface="Noto Sans"/>
                <a:ea typeface="Noto Sans"/>
                <a:cs typeface="Noto Sans"/>
                <a:sym typeface="Noto Sans"/>
              </a:rPr>
              <a:t>Half of Fortune 500 companies rely on Drupal</a:t>
            </a:r>
            <a:endParaRPr b="1" sz="6000">
              <a:solidFill>
                <a:srgbClr val="162C63"/>
              </a:solidFill>
              <a:latin typeface="Noto Sans"/>
              <a:ea typeface="Noto Sans"/>
              <a:cs typeface="Noto Sans"/>
              <a:sym typeface="Noto Sans"/>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Scalable</a:t>
            </a:r>
            <a:r>
              <a:rPr lang="en-US" sz="3730">
                <a:solidFill>
                  <a:srgbClr val="162C63"/>
                </a:solidFill>
                <a:latin typeface="Noto Sans Light"/>
                <a:ea typeface="Noto Sans Light"/>
                <a:cs typeface="Noto Sans Light"/>
                <a:sym typeface="Noto Sans Light"/>
              </a:rPr>
              <a:t> - Support your growth from one site to thousands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Marketing-driven </a:t>
            </a:r>
            <a:r>
              <a:rPr lang="en-US" sz="3730">
                <a:solidFill>
                  <a:srgbClr val="162C63"/>
                </a:solidFill>
                <a:latin typeface="Noto Sans Light"/>
                <a:ea typeface="Noto Sans Light"/>
                <a:cs typeface="Noto Sans Light"/>
                <a:sym typeface="Noto Sans Light"/>
              </a:rPr>
              <a:t>- Give marketing teams independence over your content strategy</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b="1" lang="en-US" sz="3730">
                <a:solidFill>
                  <a:srgbClr val="162C63"/>
                </a:solidFill>
                <a:latin typeface="Noto Sans"/>
                <a:ea typeface="Noto Sans"/>
                <a:cs typeface="Noto Sans"/>
                <a:sym typeface="Noto Sans"/>
              </a:rPr>
              <a:t>Cross-channel </a:t>
            </a:r>
            <a:r>
              <a:rPr lang="en-US" sz="3730">
                <a:solidFill>
                  <a:srgbClr val="162C63"/>
                </a:solidFill>
                <a:latin typeface="Noto Sans Light"/>
                <a:ea typeface="Noto Sans Light"/>
                <a:cs typeface="Noto Sans Light"/>
                <a:sym typeface="Noto Sans Light"/>
              </a:rPr>
              <a:t>- Deliver the right content to the right audiences, in the right moments</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b="1" sz="6000">
              <a:solidFill>
                <a:srgbClr val="162C63"/>
              </a:solidFill>
              <a:latin typeface="Noto Sans"/>
              <a:ea typeface="Noto Sans"/>
              <a:cs typeface="Noto Sans"/>
              <a:sym typeface="Noto Sans"/>
            </a:endParaRPr>
          </a:p>
        </p:txBody>
      </p:sp>
      <p:pic>
        <p:nvPicPr>
          <p:cNvPr id="243" name="Google Shape;243;p37"/>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8"/>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49" name="Google Shape;249;p38"/>
          <p:cNvPicPr preferRelativeResize="0"/>
          <p:nvPr/>
        </p:nvPicPr>
        <p:blipFill rotWithShape="1">
          <a:blip r:embed="rId3">
            <a:alphaModFix/>
          </a:blip>
          <a:srcRect b="12719" l="0" r="0" t="12719"/>
          <a:stretch/>
        </p:blipFill>
        <p:spPr>
          <a:xfrm>
            <a:off x="2" y="0"/>
            <a:ext cx="24546100" cy="13716001"/>
          </a:xfrm>
          <a:prstGeom prst="rect">
            <a:avLst/>
          </a:prstGeom>
          <a:noFill/>
          <a:ln>
            <a:noFill/>
          </a:ln>
        </p:spPr>
      </p:pic>
      <p:pic>
        <p:nvPicPr>
          <p:cNvPr descr="darkblue.png" id="250" name="Google Shape;250;p38"/>
          <p:cNvPicPr preferRelativeResize="0"/>
          <p:nvPr/>
        </p:nvPicPr>
        <p:blipFill rotWithShape="1">
          <a:blip r:embed="rId4">
            <a:alphaModFix/>
          </a:blip>
          <a:srcRect b="0" l="0" r="0" t="0"/>
          <a:stretch/>
        </p:blipFill>
        <p:spPr>
          <a:xfrm>
            <a:off x="464499" y="1243125"/>
            <a:ext cx="10759550" cy="7608550"/>
          </a:xfrm>
          <a:prstGeom prst="rect">
            <a:avLst/>
          </a:prstGeom>
          <a:noFill/>
          <a:ln>
            <a:noFill/>
          </a:ln>
        </p:spPr>
      </p:pic>
      <p:sp>
        <p:nvSpPr>
          <p:cNvPr id="251" name="Google Shape;251;p38"/>
          <p:cNvSpPr txBox="1"/>
          <p:nvPr/>
        </p:nvSpPr>
        <p:spPr>
          <a:xfrm>
            <a:off x="2445475" y="2631800"/>
            <a:ext cx="8547000" cy="48312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9600">
                <a:solidFill>
                  <a:schemeClr val="dk1"/>
                </a:solidFill>
                <a:latin typeface="Noto Sans"/>
                <a:ea typeface="Noto Sans"/>
                <a:cs typeface="Noto Sans"/>
                <a:sym typeface="Noto Sans"/>
              </a:rPr>
              <a:t>1 in 8 enterprise sites use Drupal.</a:t>
            </a:r>
            <a:endParaRPr b="1" sz="9600">
              <a:solidFill>
                <a:schemeClr val="dk1"/>
              </a:solidFill>
              <a:latin typeface="Noto Sans"/>
              <a:ea typeface="Noto Sans"/>
              <a:cs typeface="Noto Sans"/>
              <a:sym typeface="No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9"/>
          <p:cNvPicPr preferRelativeResize="0"/>
          <p:nvPr/>
        </p:nvPicPr>
        <p:blipFill rotWithShape="1">
          <a:blip r:embed="rId3">
            <a:alphaModFix/>
          </a:blip>
          <a:srcRect b="593" l="0" r="8542" t="31221"/>
          <a:stretch/>
        </p:blipFill>
        <p:spPr>
          <a:xfrm>
            <a:off x="2" y="0"/>
            <a:ext cx="24546100" cy="13716001"/>
          </a:xfrm>
          <a:prstGeom prst="rect">
            <a:avLst/>
          </a:prstGeom>
          <a:noFill/>
          <a:ln>
            <a:noFill/>
          </a:ln>
        </p:spPr>
      </p:pic>
      <p:pic>
        <p:nvPicPr>
          <p:cNvPr id="257" name="Google Shape;257;p39"/>
          <p:cNvPicPr preferRelativeResize="0"/>
          <p:nvPr/>
        </p:nvPicPr>
        <p:blipFill rotWithShape="1">
          <a:blip r:embed="rId4">
            <a:alphaModFix amt="86000"/>
          </a:blip>
          <a:srcRect b="0" l="4831" r="49061" t="0"/>
          <a:stretch/>
        </p:blipFill>
        <p:spPr>
          <a:xfrm>
            <a:off x="0" y="0"/>
            <a:ext cx="17368325" cy="13807175"/>
          </a:xfrm>
          <a:prstGeom prst="rect">
            <a:avLst/>
          </a:prstGeom>
          <a:noFill/>
          <a:ln>
            <a:noFill/>
          </a:ln>
        </p:spPr>
      </p:pic>
      <p:pic>
        <p:nvPicPr>
          <p:cNvPr id="258" name="Google Shape;258;p39"/>
          <p:cNvPicPr preferRelativeResize="0"/>
          <p:nvPr/>
        </p:nvPicPr>
        <p:blipFill>
          <a:blip r:embed="rId5">
            <a:alphaModFix/>
          </a:blip>
          <a:stretch>
            <a:fillRect/>
          </a:stretch>
        </p:blipFill>
        <p:spPr>
          <a:xfrm>
            <a:off x="0" y="2803600"/>
            <a:ext cx="10705076" cy="10705076"/>
          </a:xfrm>
          <a:prstGeom prst="rect">
            <a:avLst/>
          </a:prstGeom>
          <a:noFill/>
          <a:ln>
            <a:noFill/>
          </a:ln>
        </p:spPr>
      </p:pic>
      <p:sp>
        <p:nvSpPr>
          <p:cNvPr id="259" name="Google Shape;259;p39"/>
          <p:cNvSpPr txBox="1"/>
          <p:nvPr/>
        </p:nvSpPr>
        <p:spPr>
          <a:xfrm>
            <a:off x="2158063" y="6390900"/>
            <a:ext cx="8547000" cy="48312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9600">
                <a:solidFill>
                  <a:schemeClr val="dk1"/>
                </a:solidFill>
                <a:latin typeface="Noto Sans"/>
                <a:ea typeface="Noto Sans"/>
                <a:cs typeface="Noto Sans"/>
                <a:sym typeface="Noto Sans"/>
              </a:rPr>
              <a:t>1 in 8 enterprise sites use Drupal.</a:t>
            </a:r>
            <a:endParaRPr b="1" sz="9600">
              <a:solidFill>
                <a:schemeClr val="dk1"/>
              </a:solidFill>
              <a:latin typeface="Noto Sans"/>
              <a:ea typeface="Noto Sans"/>
              <a:cs typeface="Noto Sans"/>
              <a:sym typeface="No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0"/>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65" name="Google Shape;265;p40"/>
          <p:cNvPicPr preferRelativeResize="0"/>
          <p:nvPr/>
        </p:nvPicPr>
        <p:blipFill rotWithShape="1">
          <a:blip r:embed="rId3">
            <a:alphaModFix/>
          </a:blip>
          <a:srcRect b="0" l="12367" r="12359" t="0"/>
          <a:stretch/>
        </p:blipFill>
        <p:spPr>
          <a:xfrm>
            <a:off x="9056223" y="0"/>
            <a:ext cx="15489874" cy="13716005"/>
          </a:xfrm>
          <a:prstGeom prst="rect">
            <a:avLst/>
          </a:prstGeom>
          <a:noFill/>
          <a:ln>
            <a:noFill/>
          </a:ln>
        </p:spPr>
      </p:pic>
      <p:pic>
        <p:nvPicPr>
          <p:cNvPr id="266" name="Google Shape;266;p40"/>
          <p:cNvPicPr preferRelativeResize="0"/>
          <p:nvPr/>
        </p:nvPicPr>
        <p:blipFill rotWithShape="1">
          <a:blip r:embed="rId4">
            <a:alphaModFix/>
          </a:blip>
          <a:srcRect b="39" l="0" r="0" t="49"/>
          <a:stretch/>
        </p:blipFill>
        <p:spPr>
          <a:xfrm>
            <a:off x="1195350" y="831300"/>
            <a:ext cx="9297025" cy="8600376"/>
          </a:xfrm>
          <a:prstGeom prst="rect">
            <a:avLst/>
          </a:prstGeom>
          <a:noFill/>
          <a:ln>
            <a:noFill/>
          </a:ln>
        </p:spPr>
      </p:pic>
      <p:pic>
        <p:nvPicPr>
          <p:cNvPr id="267" name="Google Shape;267;p40"/>
          <p:cNvPicPr preferRelativeResize="0"/>
          <p:nvPr/>
        </p:nvPicPr>
        <p:blipFill>
          <a:blip r:embed="rId5">
            <a:alphaModFix/>
          </a:blip>
          <a:stretch>
            <a:fillRect/>
          </a:stretch>
        </p:blipFill>
        <p:spPr>
          <a:xfrm>
            <a:off x="2754401" y="10407990"/>
            <a:ext cx="2495698" cy="2319001"/>
          </a:xfrm>
          <a:prstGeom prst="rect">
            <a:avLst/>
          </a:prstGeom>
          <a:noFill/>
          <a:ln>
            <a:noFill/>
          </a:ln>
        </p:spPr>
      </p:pic>
      <p:sp>
        <p:nvSpPr>
          <p:cNvPr id="268" name="Google Shape;268;p40"/>
          <p:cNvSpPr txBox="1"/>
          <p:nvPr/>
        </p:nvSpPr>
        <p:spPr>
          <a:xfrm>
            <a:off x="2754400" y="3417750"/>
            <a:ext cx="6301800" cy="44124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7000">
                <a:solidFill>
                  <a:srgbClr val="162C63"/>
                </a:solidFill>
                <a:latin typeface="Noto Sans"/>
                <a:ea typeface="Noto Sans"/>
                <a:cs typeface="Noto Sans"/>
                <a:sym typeface="Noto Sans"/>
              </a:rPr>
              <a:t>Flexibility that supports your business goals and user needs</a:t>
            </a:r>
            <a:endParaRPr b="1" sz="7000">
              <a:solidFill>
                <a:srgbClr val="162C63"/>
              </a:solidFill>
              <a:latin typeface="Noto Sans"/>
              <a:ea typeface="Noto Sans"/>
              <a:cs typeface="Noto Sans"/>
              <a:sym typeface="No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41"/>
          <p:cNvPicPr preferRelativeResize="0"/>
          <p:nvPr/>
        </p:nvPicPr>
        <p:blipFill rotWithShape="1">
          <a:blip r:embed="rId3">
            <a:alphaModFix/>
          </a:blip>
          <a:srcRect b="0" l="6024" r="6024" t="0"/>
          <a:stretch/>
        </p:blipFill>
        <p:spPr>
          <a:xfrm>
            <a:off x="11159650" y="0"/>
            <a:ext cx="17207552" cy="14674134"/>
          </a:xfrm>
          <a:prstGeom prst="rect">
            <a:avLst/>
          </a:prstGeom>
          <a:noFill/>
          <a:ln>
            <a:noFill/>
          </a:ln>
        </p:spPr>
      </p:pic>
      <p:sp>
        <p:nvSpPr>
          <p:cNvPr id="274" name="Google Shape;274;p41"/>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75" name="Google Shape;275;p41"/>
          <p:cNvPicPr preferRelativeResize="0"/>
          <p:nvPr/>
        </p:nvPicPr>
        <p:blipFill rotWithShape="1">
          <a:blip r:embed="rId4">
            <a:alphaModFix/>
          </a:blip>
          <a:srcRect b="-1080" l="0" r="0" t="1080"/>
          <a:stretch/>
        </p:blipFill>
        <p:spPr>
          <a:xfrm>
            <a:off x="1195350" y="831300"/>
            <a:ext cx="9297025" cy="8600377"/>
          </a:xfrm>
          <a:prstGeom prst="rect">
            <a:avLst/>
          </a:prstGeom>
          <a:noFill/>
          <a:ln>
            <a:noFill/>
          </a:ln>
        </p:spPr>
      </p:pic>
      <p:pic>
        <p:nvPicPr>
          <p:cNvPr id="276" name="Google Shape;276;p41"/>
          <p:cNvPicPr preferRelativeResize="0"/>
          <p:nvPr/>
        </p:nvPicPr>
        <p:blipFill>
          <a:blip r:embed="rId5">
            <a:alphaModFix/>
          </a:blip>
          <a:stretch>
            <a:fillRect/>
          </a:stretch>
        </p:blipFill>
        <p:spPr>
          <a:xfrm>
            <a:off x="2754401" y="10407990"/>
            <a:ext cx="2495698" cy="2319001"/>
          </a:xfrm>
          <a:prstGeom prst="rect">
            <a:avLst/>
          </a:prstGeom>
          <a:noFill/>
          <a:ln>
            <a:noFill/>
          </a:ln>
        </p:spPr>
      </p:pic>
      <p:sp>
        <p:nvSpPr>
          <p:cNvPr id="277" name="Google Shape;277;p41"/>
          <p:cNvSpPr txBox="1"/>
          <p:nvPr/>
        </p:nvSpPr>
        <p:spPr>
          <a:xfrm>
            <a:off x="2446650" y="2799900"/>
            <a:ext cx="6598500" cy="87225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FFFFFF"/>
                </a:solidFill>
                <a:latin typeface="Noto Sans"/>
                <a:ea typeface="Noto Sans"/>
                <a:cs typeface="Noto Sans"/>
                <a:sym typeface="Noto Sans"/>
              </a:rPr>
              <a:t>Streamlined authoring experience that supports your creativity</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FFFFFF"/>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FFFFFF"/>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7000">
              <a:solidFill>
                <a:srgbClr val="FFFFFF"/>
              </a:solidFill>
              <a:latin typeface="Noto Sans"/>
              <a:ea typeface="Noto Sans"/>
              <a:cs typeface="Noto Sans"/>
              <a:sym typeface="No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83" name="Google Shape;283;p42"/>
          <p:cNvPicPr preferRelativeResize="0"/>
          <p:nvPr/>
        </p:nvPicPr>
        <p:blipFill rotWithShape="1">
          <a:blip r:embed="rId3">
            <a:alphaModFix/>
          </a:blip>
          <a:srcRect b="0" l="1701" r="23025" t="0"/>
          <a:stretch/>
        </p:blipFill>
        <p:spPr>
          <a:xfrm flipH="1">
            <a:off x="8894123" y="0"/>
            <a:ext cx="15489874" cy="13716005"/>
          </a:xfrm>
          <a:prstGeom prst="rect">
            <a:avLst/>
          </a:prstGeom>
          <a:noFill/>
          <a:ln>
            <a:noFill/>
          </a:ln>
        </p:spPr>
      </p:pic>
      <p:pic>
        <p:nvPicPr>
          <p:cNvPr id="284" name="Google Shape;284;p42"/>
          <p:cNvPicPr preferRelativeResize="0"/>
          <p:nvPr/>
        </p:nvPicPr>
        <p:blipFill rotWithShape="1">
          <a:blip r:embed="rId4">
            <a:alphaModFix/>
          </a:blip>
          <a:srcRect b="258" l="0" r="0" t="258"/>
          <a:stretch/>
        </p:blipFill>
        <p:spPr>
          <a:xfrm>
            <a:off x="1195350" y="831300"/>
            <a:ext cx="9297023" cy="8600376"/>
          </a:xfrm>
          <a:prstGeom prst="rect">
            <a:avLst/>
          </a:prstGeom>
          <a:noFill/>
          <a:ln>
            <a:noFill/>
          </a:ln>
        </p:spPr>
      </p:pic>
      <p:pic>
        <p:nvPicPr>
          <p:cNvPr id="285" name="Google Shape;285;p42"/>
          <p:cNvPicPr preferRelativeResize="0"/>
          <p:nvPr/>
        </p:nvPicPr>
        <p:blipFill>
          <a:blip r:embed="rId5">
            <a:alphaModFix/>
          </a:blip>
          <a:stretch>
            <a:fillRect/>
          </a:stretch>
        </p:blipFill>
        <p:spPr>
          <a:xfrm>
            <a:off x="2754401" y="10407990"/>
            <a:ext cx="2495698" cy="2319001"/>
          </a:xfrm>
          <a:prstGeom prst="rect">
            <a:avLst/>
          </a:prstGeom>
          <a:noFill/>
          <a:ln>
            <a:noFill/>
          </a:ln>
        </p:spPr>
      </p:pic>
      <p:sp>
        <p:nvSpPr>
          <p:cNvPr id="286" name="Google Shape;286;p42"/>
          <p:cNvSpPr txBox="1"/>
          <p:nvPr/>
        </p:nvSpPr>
        <p:spPr>
          <a:xfrm>
            <a:off x="2676750" y="2963200"/>
            <a:ext cx="5930400" cy="7444800"/>
          </a:xfrm>
          <a:prstGeom prst="rect">
            <a:avLst/>
          </a:prstGeom>
          <a:noFill/>
          <a:ln>
            <a:noFill/>
          </a:ln>
        </p:spPr>
        <p:txBody>
          <a:bodyPr anchorCtr="0" anchor="ctr" bIns="50800" lIns="50800" spcFirstLastPara="1" rIns="50800" wrap="square" tIns="50800">
            <a:spAutoFit/>
          </a:bodyPr>
          <a:lstStyle/>
          <a:p>
            <a:pPr indent="0" lvl="0" marL="0" rtl="0" algn="l">
              <a:lnSpc>
                <a:spcPct val="90000"/>
              </a:lnSpc>
              <a:spcBef>
                <a:spcPts val="0"/>
              </a:spcBef>
              <a:spcAft>
                <a:spcPts val="0"/>
              </a:spcAft>
              <a:buNone/>
            </a:pPr>
            <a:r>
              <a:rPr b="1" lang="en-US" sz="7000">
                <a:solidFill>
                  <a:srgbClr val="162C63"/>
                </a:solidFill>
                <a:latin typeface="Noto Sans"/>
                <a:ea typeface="Noto Sans"/>
                <a:cs typeface="Noto Sans"/>
                <a:sym typeface="Noto Sans"/>
              </a:rPr>
              <a:t>Drupal has the best language support of any CMS</a:t>
            </a:r>
            <a:endParaRPr b="1" sz="7000">
              <a:solidFill>
                <a:srgbClr val="162C63"/>
              </a:solidFill>
              <a:latin typeface="Noto Sans"/>
              <a:ea typeface="Noto Sans"/>
              <a:cs typeface="Noto Sans"/>
              <a:sym typeface="Noto Sans"/>
            </a:endParaRPr>
          </a:p>
          <a:p>
            <a:pPr indent="0" lvl="0" marL="0" rtl="0" algn="l">
              <a:lnSpc>
                <a:spcPct val="90000"/>
              </a:lnSpc>
              <a:spcBef>
                <a:spcPts val="0"/>
              </a:spcBef>
              <a:spcAft>
                <a:spcPts val="0"/>
              </a:spcAft>
              <a:buNone/>
            </a:pPr>
            <a:r>
              <a:t/>
            </a:r>
            <a:endParaRPr b="1" sz="9000">
              <a:solidFill>
                <a:srgbClr val="162C63"/>
              </a:solidFill>
              <a:latin typeface="Noto Sans"/>
              <a:ea typeface="Noto Sans"/>
              <a:cs typeface="Noto Sans"/>
              <a:sym typeface="Noto Sans"/>
            </a:endParaRPr>
          </a:p>
          <a:p>
            <a:pPr indent="0" lvl="0" marL="0" marR="0" rtl="0" algn="l">
              <a:lnSpc>
                <a:spcPct val="90000"/>
              </a:lnSpc>
              <a:spcBef>
                <a:spcPts val="0"/>
              </a:spcBef>
              <a:spcAft>
                <a:spcPts val="0"/>
              </a:spcAft>
              <a:buClr>
                <a:srgbClr val="FFFFFF"/>
              </a:buClr>
              <a:buSzPts val="9000"/>
              <a:buFont typeface="Helvetica Neue"/>
              <a:buNone/>
            </a:pPr>
            <a:r>
              <a:t/>
            </a:r>
            <a:endParaRPr b="1" sz="9000">
              <a:solidFill>
                <a:srgbClr val="162C63"/>
              </a:solidFill>
              <a:latin typeface="Noto Sans"/>
              <a:ea typeface="Noto Sans"/>
              <a:cs typeface="Noto Sans"/>
              <a:sym typeface="No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3"/>
          <p:cNvSpPr txBox="1"/>
          <p:nvPr/>
        </p:nvSpPr>
        <p:spPr>
          <a:xfrm rot="-5400000">
            <a:off x="20418467" y="9608633"/>
            <a:ext cx="7020900" cy="9105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rPr lang="en-US" sz="1600">
                <a:solidFill>
                  <a:srgbClr val="FFFFFF"/>
                </a:solidFill>
              </a:rPr>
              <a:t>Photo: https://www.pexels.com/@junior-teixeira-1064069</a:t>
            </a:r>
            <a:endParaRPr sz="1600">
              <a:solidFill>
                <a:srgbClr val="FFFFFF"/>
              </a:solidFill>
            </a:endParaRPr>
          </a:p>
        </p:txBody>
      </p:sp>
      <p:pic>
        <p:nvPicPr>
          <p:cNvPr id="292" name="Google Shape;292;p43"/>
          <p:cNvPicPr preferRelativeResize="0"/>
          <p:nvPr/>
        </p:nvPicPr>
        <p:blipFill rotWithShape="1">
          <a:blip r:embed="rId3">
            <a:alphaModFix/>
          </a:blip>
          <a:srcRect b="0" l="1085" r="23533" t="0"/>
          <a:stretch/>
        </p:blipFill>
        <p:spPr>
          <a:xfrm flipH="1">
            <a:off x="-2" y="0"/>
            <a:ext cx="15489874" cy="13716003"/>
          </a:xfrm>
          <a:prstGeom prst="rect">
            <a:avLst/>
          </a:prstGeom>
          <a:noFill/>
          <a:ln>
            <a:noFill/>
          </a:ln>
        </p:spPr>
      </p:pic>
      <p:pic>
        <p:nvPicPr>
          <p:cNvPr id="293" name="Google Shape;293;p43"/>
          <p:cNvPicPr preferRelativeResize="0"/>
          <p:nvPr/>
        </p:nvPicPr>
        <p:blipFill rotWithShape="1">
          <a:blip r:embed="rId4">
            <a:alphaModFix/>
          </a:blip>
          <a:srcRect b="258" l="0" r="0" t="258"/>
          <a:stretch/>
        </p:blipFill>
        <p:spPr>
          <a:xfrm>
            <a:off x="13730175" y="831300"/>
            <a:ext cx="9297023" cy="8600376"/>
          </a:xfrm>
          <a:prstGeom prst="rect">
            <a:avLst/>
          </a:prstGeom>
          <a:noFill/>
          <a:ln>
            <a:noFill/>
          </a:ln>
        </p:spPr>
      </p:pic>
      <p:pic>
        <p:nvPicPr>
          <p:cNvPr id="294" name="Google Shape;294;p43"/>
          <p:cNvPicPr preferRelativeResize="0"/>
          <p:nvPr/>
        </p:nvPicPr>
        <p:blipFill>
          <a:blip r:embed="rId5">
            <a:alphaModFix/>
          </a:blip>
          <a:stretch>
            <a:fillRect/>
          </a:stretch>
        </p:blipFill>
        <p:spPr>
          <a:xfrm>
            <a:off x="19789801" y="10407990"/>
            <a:ext cx="2495698" cy="2319001"/>
          </a:xfrm>
          <a:prstGeom prst="rect">
            <a:avLst/>
          </a:prstGeom>
          <a:noFill/>
          <a:ln>
            <a:noFill/>
          </a:ln>
        </p:spPr>
      </p:pic>
      <p:sp>
        <p:nvSpPr>
          <p:cNvPr id="295" name="Google Shape;295;p43"/>
          <p:cNvSpPr txBox="1"/>
          <p:nvPr/>
        </p:nvSpPr>
        <p:spPr>
          <a:xfrm>
            <a:off x="15890825" y="3224300"/>
            <a:ext cx="5475600" cy="5766900"/>
          </a:xfrm>
          <a:prstGeom prst="rect">
            <a:avLst/>
          </a:prstGeom>
          <a:noFill/>
          <a:ln>
            <a:noFill/>
          </a:ln>
        </p:spPr>
        <p:txBody>
          <a:bodyPr anchorCtr="0" anchor="ctr" bIns="50800" lIns="50800" spcFirstLastPara="1" rIns="50800" wrap="square" tIns="50800">
            <a:spAutoFit/>
          </a:bodyPr>
          <a:lstStyle/>
          <a:p>
            <a:pPr indent="0" lvl="0" marL="0" rtl="0" algn="l">
              <a:lnSpc>
                <a:spcPct val="80000"/>
              </a:lnSpc>
              <a:spcBef>
                <a:spcPts val="0"/>
              </a:spcBef>
              <a:spcAft>
                <a:spcPts val="0"/>
              </a:spcAft>
              <a:buNone/>
            </a:pPr>
            <a:r>
              <a:rPr b="1" lang="en-US" sz="7000">
                <a:solidFill>
                  <a:srgbClr val="162C63"/>
                </a:solidFill>
                <a:latin typeface="Noto Sans"/>
                <a:ea typeface="Noto Sans"/>
                <a:cs typeface="Noto Sans"/>
                <a:sym typeface="Noto Sans"/>
              </a:rPr>
              <a:t>Drupal is accessible out of the box</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9000">
              <a:solidFill>
                <a:srgbClr val="162C63"/>
              </a:solidFill>
              <a:latin typeface="Noto Sans"/>
              <a:ea typeface="Noto Sans"/>
              <a:cs typeface="Noto Sans"/>
              <a:sym typeface="Noto Sans"/>
            </a:endParaRPr>
          </a:p>
          <a:p>
            <a:pPr indent="0" lvl="0" marL="0" marR="0" rtl="0" algn="l">
              <a:lnSpc>
                <a:spcPct val="80000"/>
              </a:lnSpc>
              <a:spcBef>
                <a:spcPts val="0"/>
              </a:spcBef>
              <a:spcAft>
                <a:spcPts val="0"/>
              </a:spcAft>
              <a:buClr>
                <a:srgbClr val="FFFFFF"/>
              </a:buClr>
              <a:buSzPts val="9000"/>
              <a:buFont typeface="Helvetica Neue"/>
              <a:buNone/>
            </a:pPr>
            <a:r>
              <a:t/>
            </a:r>
            <a:endParaRPr b="1" sz="9000">
              <a:solidFill>
                <a:srgbClr val="162C63"/>
              </a:solidFill>
              <a:latin typeface="Noto Sans"/>
              <a:ea typeface="Noto Sans"/>
              <a:cs typeface="Noto Sans"/>
              <a:sym typeface="No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44"/>
          <p:cNvPicPr preferRelativeResize="0"/>
          <p:nvPr/>
        </p:nvPicPr>
        <p:blipFill rotWithShape="1">
          <a:blip r:embed="rId3">
            <a:alphaModFix/>
          </a:blip>
          <a:srcRect b="0" l="18586" r="0" t="0"/>
          <a:stretch/>
        </p:blipFill>
        <p:spPr>
          <a:xfrm>
            <a:off x="0" y="1131163"/>
            <a:ext cx="14907448" cy="11122700"/>
          </a:xfrm>
          <a:prstGeom prst="rect">
            <a:avLst/>
          </a:prstGeom>
          <a:noFill/>
          <a:ln>
            <a:noFill/>
          </a:ln>
        </p:spPr>
      </p:pic>
      <p:sp>
        <p:nvSpPr>
          <p:cNvPr id="301" name="Google Shape;301;p44"/>
          <p:cNvSpPr txBox="1"/>
          <p:nvPr/>
        </p:nvSpPr>
        <p:spPr>
          <a:xfrm>
            <a:off x="2634500" y="4289225"/>
            <a:ext cx="8508600" cy="23190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9000">
                <a:solidFill>
                  <a:srgbClr val="162C63"/>
                </a:solidFill>
                <a:latin typeface="Noto Sans"/>
                <a:ea typeface="Noto Sans"/>
                <a:cs typeface="Noto Sans"/>
                <a:sym typeface="Noto Sans"/>
              </a:rPr>
              <a:t>No vendor lock-in </a:t>
            </a:r>
            <a:endParaRPr b="1" sz="9000">
              <a:solidFill>
                <a:srgbClr val="162C63"/>
              </a:solidFill>
              <a:latin typeface="Noto Sans"/>
              <a:ea typeface="Noto Sans"/>
              <a:cs typeface="Noto Sans"/>
              <a:sym typeface="Noto Sans"/>
            </a:endParaRPr>
          </a:p>
        </p:txBody>
      </p:sp>
      <p:pic>
        <p:nvPicPr>
          <p:cNvPr id="302" name="Google Shape;302;p44"/>
          <p:cNvPicPr preferRelativeResize="0"/>
          <p:nvPr/>
        </p:nvPicPr>
        <p:blipFill>
          <a:blip r:embed="rId4">
            <a:alphaModFix/>
          </a:blip>
          <a:stretch>
            <a:fillRect/>
          </a:stretch>
        </p:blipFill>
        <p:spPr>
          <a:xfrm>
            <a:off x="22902343" y="11941351"/>
            <a:ext cx="879033" cy="1152350"/>
          </a:xfrm>
          <a:prstGeom prst="rect">
            <a:avLst/>
          </a:prstGeom>
          <a:noFill/>
          <a:ln>
            <a:noFill/>
          </a:ln>
        </p:spPr>
      </p:pic>
      <p:sp>
        <p:nvSpPr>
          <p:cNvPr id="303" name="Google Shape;303;p44"/>
          <p:cNvSpPr txBox="1"/>
          <p:nvPr>
            <p:ph idx="1" type="body"/>
          </p:nvPr>
        </p:nvSpPr>
        <p:spPr>
          <a:xfrm>
            <a:off x="2634500" y="6983938"/>
            <a:ext cx="6264000" cy="36003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Get access to new</a:t>
            </a:r>
            <a:r>
              <a:rPr lang="en-US" sz="3730">
                <a:solidFill>
                  <a:srgbClr val="162C63"/>
                </a:solidFill>
                <a:latin typeface="Noto Sans Light"/>
                <a:ea typeface="Noto Sans Light"/>
                <a:cs typeface="Noto Sans Light"/>
                <a:sym typeface="Noto Sans Light"/>
              </a:rPr>
              <a:t> core features every six months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rPr lang="en-US" sz="3730">
                <a:solidFill>
                  <a:srgbClr val="162C63"/>
                </a:solidFill>
                <a:latin typeface="Noto Sans Light"/>
                <a:ea typeface="Noto Sans Light"/>
                <a:cs typeface="Noto Sans Light"/>
                <a:sym typeface="Noto Sans Light"/>
              </a:rPr>
              <a:t>D</a:t>
            </a:r>
            <a:r>
              <a:rPr lang="en-US" sz="3730">
                <a:solidFill>
                  <a:srgbClr val="162C63"/>
                </a:solidFill>
                <a:latin typeface="Noto Sans Light"/>
                <a:ea typeface="Noto Sans Light"/>
                <a:cs typeface="Noto Sans Light"/>
                <a:sym typeface="Noto Sans Light"/>
              </a:rPr>
              <a:t>on’t pay for extra features or user accounts</a:t>
            </a:r>
            <a:endParaRPr sz="3730">
              <a:solidFill>
                <a:srgbClr val="162C63"/>
              </a:solidFill>
              <a:latin typeface="Noto Sans Light"/>
              <a:ea typeface="Noto Sans Light"/>
              <a:cs typeface="Noto Sans Light"/>
              <a:sym typeface="Noto Sans Light"/>
            </a:endParaRPr>
          </a:p>
        </p:txBody>
      </p:sp>
      <p:pic>
        <p:nvPicPr>
          <p:cNvPr id="304" name="Google Shape;304;p44"/>
          <p:cNvPicPr preferRelativeResize="0"/>
          <p:nvPr/>
        </p:nvPicPr>
        <p:blipFill rotWithShape="1">
          <a:blip r:embed="rId5">
            <a:alphaModFix/>
          </a:blip>
          <a:srcRect b="39" l="0" r="0" t="49"/>
          <a:stretch/>
        </p:blipFill>
        <p:spPr>
          <a:xfrm>
            <a:off x="13098825" y="2695225"/>
            <a:ext cx="9297025" cy="8600376"/>
          </a:xfrm>
          <a:prstGeom prst="rect">
            <a:avLst/>
          </a:prstGeom>
          <a:noFill/>
          <a:ln>
            <a:noFill/>
          </a:ln>
        </p:spPr>
      </p:pic>
      <p:pic>
        <p:nvPicPr>
          <p:cNvPr id="305" name="Google Shape;305;p44"/>
          <p:cNvPicPr preferRelativeResize="0"/>
          <p:nvPr/>
        </p:nvPicPr>
        <p:blipFill rotWithShape="1">
          <a:blip r:embed="rId6">
            <a:alphaModFix/>
          </a:blip>
          <a:srcRect b="2534" l="16013" r="16019" t="2525"/>
          <a:stretch/>
        </p:blipFill>
        <p:spPr>
          <a:xfrm>
            <a:off x="13999650" y="3059250"/>
            <a:ext cx="7941900" cy="7395000"/>
          </a:xfrm>
          <a:prstGeom prst="roundRect">
            <a:avLst>
              <a:gd fmla="val 6849" name="adj"/>
            </a:avLst>
          </a:prstGeom>
          <a:noFill/>
          <a:ln>
            <a:noFill/>
          </a:ln>
        </p:spPr>
      </p:pic>
      <p:pic>
        <p:nvPicPr>
          <p:cNvPr descr="Google Shape;170;p32" id="306" name="Google Shape;306;p44"/>
          <p:cNvPicPr preferRelativeResize="0"/>
          <p:nvPr/>
        </p:nvPicPr>
        <p:blipFill rotWithShape="1">
          <a:blip r:embed="rId7">
            <a:alphaModFix/>
          </a:blip>
          <a:srcRect b="2244" l="78228" r="2271" t="70281"/>
          <a:stretch/>
        </p:blipFill>
        <p:spPr>
          <a:xfrm>
            <a:off x="20795325" y="1939250"/>
            <a:ext cx="2106900" cy="2143800"/>
          </a:xfrm>
          <a:prstGeom prst="roundRect">
            <a:avLst>
              <a:gd fmla="val 16667" name="adj"/>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5"/>
          <p:cNvSpPr txBox="1"/>
          <p:nvPr>
            <p:ph idx="1" type="body"/>
          </p:nvPr>
        </p:nvSpPr>
        <p:spPr>
          <a:xfrm>
            <a:off x="1893900" y="4785225"/>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None/>
            </a:pPr>
            <a:r>
              <a:rPr lang="en-US" sz="3730">
                <a:solidFill>
                  <a:srgbClr val="162C63"/>
                </a:solidFill>
                <a:latin typeface="Noto Sans Light"/>
                <a:ea typeface="Noto Sans Light"/>
                <a:cs typeface="Noto Sans Light"/>
                <a:sym typeface="Noto Sans Light"/>
              </a:rPr>
              <a:t>Modularity means that you get exactly the feature-set you need:</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Ease-of-use for your comms team</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Commitment to accessibility</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Content hub for web and mobile</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Powerful editorial digital management </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API-first architecture</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Security through transparency</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Multilingual</a:t>
            </a:r>
            <a:endParaRPr sz="3730">
              <a:solidFill>
                <a:srgbClr val="162C63"/>
              </a:solidFill>
              <a:latin typeface="Noto Sans Light"/>
              <a:ea typeface="Noto Sans Light"/>
              <a:cs typeface="Noto Sans Light"/>
              <a:sym typeface="Noto Sans Light"/>
            </a:endParaRPr>
          </a:p>
          <a:p>
            <a:pPr indent="-465455" lvl="0" marL="457200" rtl="0" algn="l">
              <a:lnSpc>
                <a:spcPct val="115000"/>
              </a:lnSpc>
              <a:spcBef>
                <a:spcPts val="0"/>
              </a:spcBef>
              <a:spcAft>
                <a:spcPts val="0"/>
              </a:spcAft>
              <a:buClr>
                <a:srgbClr val="162C63"/>
              </a:buClr>
              <a:buSzPts val="3730"/>
              <a:buFont typeface="Noto Sans Light"/>
              <a:buChar char="•"/>
            </a:pPr>
            <a:r>
              <a:rPr lang="en-US" sz="3730">
                <a:solidFill>
                  <a:srgbClr val="162C63"/>
                </a:solidFill>
                <a:latin typeface="Noto Sans Light"/>
                <a:ea typeface="Noto Sans Light"/>
                <a:cs typeface="Noto Sans Light"/>
                <a:sym typeface="Noto Sans Light"/>
              </a:rPr>
              <a:t>Performance and scalability</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312" name="Google Shape;312;p45"/>
          <p:cNvPicPr preferRelativeResize="0"/>
          <p:nvPr/>
        </p:nvPicPr>
        <p:blipFill rotWithShape="1">
          <a:blip r:embed="rId3">
            <a:alphaModFix/>
          </a:blip>
          <a:srcRect b="12569" l="0" r="0" t="261"/>
          <a:stretch/>
        </p:blipFill>
        <p:spPr>
          <a:xfrm>
            <a:off x="24806975" y="11156563"/>
            <a:ext cx="7148625" cy="5794349"/>
          </a:xfrm>
          <a:prstGeom prst="rect">
            <a:avLst/>
          </a:prstGeom>
          <a:noFill/>
          <a:ln>
            <a:noFill/>
          </a:ln>
        </p:spPr>
      </p:pic>
      <p:pic>
        <p:nvPicPr>
          <p:cNvPr id="313" name="Google Shape;313;p45"/>
          <p:cNvPicPr preferRelativeResize="0"/>
          <p:nvPr/>
        </p:nvPicPr>
        <p:blipFill>
          <a:blip r:embed="rId4">
            <a:alphaModFix/>
          </a:blip>
          <a:stretch>
            <a:fillRect/>
          </a:stretch>
        </p:blipFill>
        <p:spPr>
          <a:xfrm>
            <a:off x="22902343" y="11941351"/>
            <a:ext cx="879033" cy="1152350"/>
          </a:xfrm>
          <a:prstGeom prst="rect">
            <a:avLst/>
          </a:prstGeom>
          <a:noFill/>
          <a:ln>
            <a:noFill/>
          </a:ln>
        </p:spPr>
      </p:pic>
      <p:sp>
        <p:nvSpPr>
          <p:cNvPr id="314" name="Google Shape;314;p45"/>
          <p:cNvSpPr txBox="1"/>
          <p:nvPr/>
        </p:nvSpPr>
        <p:spPr>
          <a:xfrm>
            <a:off x="1893900" y="2230950"/>
            <a:ext cx="7851000" cy="1995900"/>
          </a:xfrm>
          <a:prstGeom prst="rect">
            <a:avLst/>
          </a:prstGeom>
          <a:noFill/>
          <a:ln>
            <a:noFill/>
          </a:ln>
        </p:spPr>
        <p:txBody>
          <a:bodyPr anchorCtr="0" anchor="ctr" bIns="50800" lIns="50800" spcFirstLastPara="1" rIns="50800" wrap="square" tIns="50800">
            <a:spAutoFit/>
          </a:bodyPr>
          <a:lstStyle/>
          <a:p>
            <a:pPr indent="0" lvl="0" marL="0" rtl="0" algn="l">
              <a:lnSpc>
                <a:spcPct val="105000"/>
              </a:lnSpc>
              <a:spcBef>
                <a:spcPts val="0"/>
              </a:spcBef>
              <a:spcAft>
                <a:spcPts val="0"/>
              </a:spcAft>
              <a:buNone/>
            </a:pPr>
            <a:r>
              <a:rPr b="1" lang="en-US" sz="6000">
                <a:solidFill>
                  <a:srgbClr val="162C63"/>
                </a:solidFill>
                <a:latin typeface="Noto Sans"/>
                <a:ea typeface="Noto Sans"/>
                <a:cs typeface="Noto Sans"/>
                <a:sym typeface="Noto Sans"/>
              </a:rPr>
              <a:t>Core features &amp; capabilities</a:t>
            </a:r>
            <a:endParaRPr b="1" sz="6000">
              <a:solidFill>
                <a:srgbClr val="162C63"/>
              </a:solidFill>
              <a:latin typeface="Noto Sans"/>
              <a:ea typeface="Noto Sans"/>
              <a:cs typeface="Noto Sans"/>
              <a:sym typeface="Noto Sans"/>
            </a:endParaRPr>
          </a:p>
        </p:txBody>
      </p:sp>
      <p:pic>
        <p:nvPicPr>
          <p:cNvPr id="315" name="Google Shape;315;p45"/>
          <p:cNvPicPr preferRelativeResize="0"/>
          <p:nvPr/>
        </p:nvPicPr>
        <p:blipFill>
          <a:blip r:embed="rId5">
            <a:alphaModFix/>
          </a:blip>
          <a:stretch>
            <a:fillRect/>
          </a:stretch>
        </p:blipFill>
        <p:spPr>
          <a:xfrm>
            <a:off x="26105701" y="8084128"/>
            <a:ext cx="2495698" cy="2319001"/>
          </a:xfrm>
          <a:prstGeom prst="rect">
            <a:avLst/>
          </a:prstGeom>
          <a:noFill/>
          <a:ln>
            <a:noFill/>
          </a:ln>
        </p:spPr>
      </p:pic>
      <p:pic>
        <p:nvPicPr>
          <p:cNvPr id="316" name="Google Shape;316;p45"/>
          <p:cNvPicPr preferRelativeResize="0"/>
          <p:nvPr/>
        </p:nvPicPr>
        <p:blipFill rotWithShape="1">
          <a:blip r:embed="rId6">
            <a:alphaModFix/>
          </a:blip>
          <a:srcRect b="79" l="0" r="0" t="69"/>
          <a:stretch/>
        </p:blipFill>
        <p:spPr>
          <a:xfrm>
            <a:off x="13024110" y="1955462"/>
            <a:ext cx="10544555" cy="9805074"/>
          </a:xfrm>
          <a:prstGeom prst="rect">
            <a:avLst/>
          </a:prstGeom>
          <a:noFill/>
          <a:ln>
            <a:noFill/>
          </a:ln>
        </p:spPr>
      </p:pic>
      <p:pic>
        <p:nvPicPr>
          <p:cNvPr id="317" name="Google Shape;317;p45"/>
          <p:cNvPicPr preferRelativeResize="0"/>
          <p:nvPr/>
        </p:nvPicPr>
        <p:blipFill rotWithShape="1">
          <a:blip r:embed="rId7">
            <a:alphaModFix/>
          </a:blip>
          <a:srcRect b="0" l="13028" r="13028" t="0"/>
          <a:stretch/>
        </p:blipFill>
        <p:spPr>
          <a:xfrm>
            <a:off x="13830350" y="3180835"/>
            <a:ext cx="8630700" cy="7779600"/>
          </a:xfrm>
          <a:prstGeom prst="roundRect">
            <a:avLst>
              <a:gd fmla="val 6354" name="adj"/>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6"/>
          <p:cNvPicPr preferRelativeResize="0"/>
          <p:nvPr/>
        </p:nvPicPr>
        <p:blipFill>
          <a:blip r:embed="rId3">
            <a:alphaModFix/>
          </a:blip>
          <a:stretch>
            <a:fillRect/>
          </a:stretch>
        </p:blipFill>
        <p:spPr>
          <a:xfrm>
            <a:off x="22902343" y="11941351"/>
            <a:ext cx="879033" cy="1152350"/>
          </a:xfrm>
          <a:prstGeom prst="rect">
            <a:avLst/>
          </a:prstGeom>
          <a:noFill/>
          <a:ln>
            <a:noFill/>
          </a:ln>
        </p:spPr>
      </p:pic>
      <p:sp>
        <p:nvSpPr>
          <p:cNvPr id="323" name="Google Shape;323;p46"/>
          <p:cNvSpPr txBox="1"/>
          <p:nvPr>
            <p:ph idx="1" type="body"/>
          </p:nvPr>
        </p:nvSpPr>
        <p:spPr>
          <a:xfrm>
            <a:off x="1924675" y="66019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Drupal can be used to power multi-headed applications and non-web digital experiences like digital signage, in- flight entertainment, campus smart devices, and other multi-headed applications</a:t>
            </a:r>
            <a:endParaRPr sz="3730">
              <a:solidFill>
                <a:srgbClr val="162C63"/>
              </a:solidFill>
              <a:latin typeface="Noto Sans Light"/>
              <a:ea typeface="Noto Sans Light"/>
              <a:cs typeface="Noto Sans Light"/>
              <a:sym typeface="Noto Sans Light"/>
            </a:endParaRPr>
          </a:p>
        </p:txBody>
      </p:sp>
      <p:pic>
        <p:nvPicPr>
          <p:cNvPr id="324" name="Google Shape;324;p46"/>
          <p:cNvPicPr preferRelativeResize="0"/>
          <p:nvPr/>
        </p:nvPicPr>
        <p:blipFill rotWithShape="1">
          <a:blip r:embed="rId4">
            <a:alphaModFix/>
          </a:blip>
          <a:srcRect b="-1080" l="0" r="0" t="1080"/>
          <a:stretch/>
        </p:blipFill>
        <p:spPr>
          <a:xfrm>
            <a:off x="13326575" y="2679387"/>
            <a:ext cx="9297025" cy="8600377"/>
          </a:xfrm>
          <a:prstGeom prst="rect">
            <a:avLst/>
          </a:prstGeom>
          <a:noFill/>
          <a:ln>
            <a:noFill/>
          </a:ln>
        </p:spPr>
      </p:pic>
      <p:sp>
        <p:nvSpPr>
          <p:cNvPr id="325" name="Google Shape;325;p46"/>
          <p:cNvSpPr txBox="1"/>
          <p:nvPr/>
        </p:nvSpPr>
        <p:spPr>
          <a:xfrm>
            <a:off x="1893900" y="2230950"/>
            <a:ext cx="7851000" cy="35505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7000">
                <a:solidFill>
                  <a:srgbClr val="162C63"/>
                </a:solidFill>
                <a:latin typeface="Noto Sans"/>
                <a:ea typeface="Noto Sans"/>
                <a:cs typeface="Noto Sans"/>
                <a:sym typeface="Noto Sans"/>
              </a:rPr>
              <a:t>Integrate with next-generation devices and channels</a:t>
            </a:r>
            <a:endParaRPr b="1" sz="7000">
              <a:solidFill>
                <a:srgbClr val="162C63"/>
              </a:solidFill>
              <a:latin typeface="Noto Sans"/>
              <a:ea typeface="Noto Sans"/>
              <a:cs typeface="Noto Sans"/>
              <a:sym typeface="No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pic>
        <p:nvPicPr>
          <p:cNvPr id="331" name="Google Shape;331;p47"/>
          <p:cNvPicPr preferRelativeResize="0"/>
          <p:nvPr/>
        </p:nvPicPr>
        <p:blipFill rotWithShape="1">
          <a:blip r:embed="rId3">
            <a:alphaModFix/>
          </a:blip>
          <a:srcRect b="0" l="0" r="28289" t="0"/>
          <a:stretch/>
        </p:blipFill>
        <p:spPr>
          <a:xfrm>
            <a:off x="11178600" y="1397400"/>
            <a:ext cx="11711264" cy="10921265"/>
          </a:xfrm>
          <a:prstGeom prst="rect">
            <a:avLst/>
          </a:prstGeom>
          <a:noFill/>
          <a:ln>
            <a:noFill/>
          </a:ln>
        </p:spPr>
      </p:pic>
      <p:pic>
        <p:nvPicPr>
          <p:cNvPr descr="preencoded.png" id="332" name="Google Shape;332;p47"/>
          <p:cNvPicPr preferRelativeResize="0"/>
          <p:nvPr/>
        </p:nvPicPr>
        <p:blipFill rotWithShape="1">
          <a:blip r:embed="rId4">
            <a:alphaModFix/>
          </a:blip>
          <a:srcRect b="0" l="0" r="0" t="0"/>
          <a:stretch/>
        </p:blipFill>
        <p:spPr>
          <a:xfrm>
            <a:off x="1615071" y="1809405"/>
            <a:ext cx="20164768" cy="9791147"/>
          </a:xfrm>
          <a:prstGeom prst="rect">
            <a:avLst/>
          </a:prstGeom>
          <a:noFill/>
          <a:ln>
            <a:noFill/>
          </a:ln>
        </p:spPr>
      </p:pic>
      <p:sp>
        <p:nvSpPr>
          <p:cNvPr id="333" name="Google Shape;333;p47"/>
          <p:cNvSpPr/>
          <p:nvPr/>
        </p:nvSpPr>
        <p:spPr>
          <a:xfrm>
            <a:off x="3035300" y="3144033"/>
            <a:ext cx="7874400" cy="3231900"/>
          </a:xfrm>
          <a:prstGeom prst="rect">
            <a:avLst/>
          </a:prstGeom>
          <a:noFill/>
          <a:ln>
            <a:noFill/>
          </a:ln>
        </p:spPr>
        <p:txBody>
          <a:bodyPr anchorCtr="0" anchor="t" bIns="0" lIns="0" spcFirstLastPara="1" rIns="0" wrap="square" tIns="0">
            <a:noAutofit/>
          </a:bodyPr>
          <a:lstStyle/>
          <a:p>
            <a:pPr indent="0" lvl="0" marL="0" rtl="0" algn="l">
              <a:lnSpc>
                <a:spcPct val="105000"/>
              </a:lnSpc>
              <a:spcBef>
                <a:spcPts val="0"/>
              </a:spcBef>
              <a:spcAft>
                <a:spcPts val="0"/>
              </a:spcAft>
              <a:buNone/>
            </a:pPr>
            <a:r>
              <a:rPr b="1" lang="en-US" sz="6000">
                <a:solidFill>
                  <a:srgbClr val="162C63"/>
                </a:solidFill>
                <a:latin typeface="Noto Sans"/>
                <a:ea typeface="Noto Sans"/>
                <a:cs typeface="Noto Sans"/>
                <a:sym typeface="Noto Sans"/>
              </a:rPr>
              <a:t>Why Open Source is Better</a:t>
            </a:r>
            <a:endParaRPr b="1" sz="6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162C63"/>
              </a:solidFill>
              <a:latin typeface="Noto Sans"/>
              <a:ea typeface="Noto Sans"/>
              <a:cs typeface="Noto Sans"/>
              <a:sym typeface="Noto Sans"/>
            </a:endParaRPr>
          </a:p>
          <a:p>
            <a:pPr indent="0" lvl="0" marL="0" rtl="0" algn="l">
              <a:lnSpc>
                <a:spcPct val="80000"/>
              </a:lnSpc>
              <a:spcBef>
                <a:spcPts val="0"/>
              </a:spcBef>
              <a:spcAft>
                <a:spcPts val="0"/>
              </a:spcAft>
              <a:buNone/>
            </a:pPr>
            <a:r>
              <a:t/>
            </a:r>
            <a:endParaRPr b="1" sz="7000">
              <a:solidFill>
                <a:srgbClr val="162C63"/>
              </a:solidFill>
              <a:latin typeface="Noto Sans"/>
              <a:ea typeface="Noto Sans"/>
              <a:cs typeface="Noto Sans"/>
              <a:sym typeface="Noto Sans"/>
            </a:endParaRPr>
          </a:p>
        </p:txBody>
      </p:sp>
      <p:pic>
        <p:nvPicPr>
          <p:cNvPr id="334" name="Google Shape;334;p47"/>
          <p:cNvPicPr preferRelativeResize="0"/>
          <p:nvPr/>
        </p:nvPicPr>
        <p:blipFill>
          <a:blip r:embed="rId5">
            <a:alphaModFix/>
          </a:blip>
          <a:stretch>
            <a:fillRect/>
          </a:stretch>
        </p:blipFill>
        <p:spPr>
          <a:xfrm>
            <a:off x="22902343" y="11941351"/>
            <a:ext cx="879033" cy="1152350"/>
          </a:xfrm>
          <a:prstGeom prst="rect">
            <a:avLst/>
          </a:prstGeom>
          <a:noFill/>
          <a:ln>
            <a:noFill/>
          </a:ln>
        </p:spPr>
      </p:pic>
      <p:sp>
        <p:nvSpPr>
          <p:cNvPr id="335" name="Google Shape;335;p47"/>
          <p:cNvSpPr txBox="1"/>
          <p:nvPr>
            <p:ph idx="4294967295" type="body"/>
          </p:nvPr>
        </p:nvSpPr>
        <p:spPr>
          <a:xfrm>
            <a:off x="3035300" y="5382900"/>
            <a:ext cx="5762100" cy="36003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None/>
            </a:pPr>
            <a:r>
              <a:rPr lang="en-US" sz="3730">
                <a:solidFill>
                  <a:srgbClr val="162C63"/>
                </a:solidFill>
                <a:latin typeface="Noto Sans Light"/>
                <a:ea typeface="Noto Sans Light"/>
                <a:cs typeface="Noto Sans Light"/>
                <a:sym typeface="Noto Sans Light"/>
              </a:rPr>
              <a:t>Drupal is built by a global network of many of the world’s best developers constantly reviewing code, making it the most secure web platform available.</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9" name="Shape 339"/>
        <p:cNvGrpSpPr/>
        <p:nvPr/>
      </p:nvGrpSpPr>
      <p:grpSpPr>
        <a:xfrm>
          <a:off x="0" y="0"/>
          <a:ext cx="0" cy="0"/>
          <a:chOff x="0" y="0"/>
          <a:chExt cx="0" cy="0"/>
        </a:xfrm>
      </p:grpSpPr>
      <p:sp>
        <p:nvSpPr>
          <p:cNvPr id="340" name="Google Shape;340;p48"/>
          <p:cNvSpPr/>
          <p:nvPr/>
        </p:nvSpPr>
        <p:spPr>
          <a:xfrm>
            <a:off x="0" y="0"/>
            <a:ext cx="24384000" cy="13716000"/>
          </a:xfrm>
          <a:prstGeom prst="rect">
            <a:avLst/>
          </a:prstGeom>
          <a:solidFill>
            <a:srgbClr val="162C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341" name="Google Shape;341;p48"/>
          <p:cNvSpPr txBox="1"/>
          <p:nvPr/>
        </p:nvSpPr>
        <p:spPr>
          <a:xfrm>
            <a:off x="13205800" y="3774125"/>
            <a:ext cx="9384000" cy="23190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9000">
                <a:solidFill>
                  <a:schemeClr val="dk1"/>
                </a:solidFill>
                <a:latin typeface="Noto Sans"/>
                <a:ea typeface="Noto Sans"/>
                <a:cs typeface="Noto Sans"/>
                <a:sym typeface="Noto Sans"/>
              </a:rPr>
              <a:t>Lorem Ipsum modo</a:t>
            </a:r>
            <a:endParaRPr b="1" sz="9000">
              <a:solidFill>
                <a:schemeClr val="dk1"/>
              </a:solidFill>
              <a:latin typeface="Noto Sans"/>
              <a:ea typeface="Noto Sans"/>
              <a:cs typeface="Noto Sans"/>
              <a:sym typeface="Noto Sans"/>
            </a:endParaRPr>
          </a:p>
        </p:txBody>
      </p:sp>
      <p:pic>
        <p:nvPicPr>
          <p:cNvPr id="342" name="Google Shape;342;p48"/>
          <p:cNvPicPr preferRelativeResize="0"/>
          <p:nvPr/>
        </p:nvPicPr>
        <p:blipFill>
          <a:blip r:embed="rId3">
            <a:alphaModFix/>
          </a:blip>
          <a:stretch>
            <a:fillRect/>
          </a:stretch>
        </p:blipFill>
        <p:spPr>
          <a:xfrm>
            <a:off x="22902343" y="11941351"/>
            <a:ext cx="879033" cy="1152350"/>
          </a:xfrm>
          <a:prstGeom prst="rect">
            <a:avLst/>
          </a:prstGeom>
          <a:noFill/>
          <a:ln>
            <a:noFill/>
          </a:ln>
        </p:spPr>
      </p:pic>
      <p:sp>
        <p:nvSpPr>
          <p:cNvPr id="343" name="Google Shape;343;p48"/>
          <p:cNvSpPr txBox="1"/>
          <p:nvPr>
            <p:ph idx="1" type="body"/>
          </p:nvPr>
        </p:nvSpPr>
        <p:spPr>
          <a:xfrm>
            <a:off x="13205800" y="6651200"/>
            <a:ext cx="9891900" cy="36003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chemeClr val="dk1"/>
                </a:solidFill>
                <a:latin typeface="Noto Sans Light"/>
                <a:ea typeface="Noto Sans Light"/>
                <a:cs typeface="Noto Sans Light"/>
                <a:sym typeface="Noto Sans Light"/>
              </a:rPr>
              <a:t>Lorem ipsum dolor sit amet, consectetur adipiscing elit. Proin eu mi urna. Etiam tempus tellus sapien, quis convallis sem viverra sed. Etiam efficitur ultricies turpis sit amet scelerisque. </a:t>
            </a:r>
            <a:endParaRPr sz="3730">
              <a:solidFill>
                <a:schemeClr val="dk1"/>
              </a:solidFill>
              <a:latin typeface="Noto Sans Light"/>
              <a:ea typeface="Noto Sans Light"/>
              <a:cs typeface="Noto Sans Light"/>
              <a:sym typeface="Noto Sans Light"/>
            </a:endParaRPr>
          </a:p>
        </p:txBody>
      </p:sp>
      <p:pic>
        <p:nvPicPr>
          <p:cNvPr id="344" name="Google Shape;344;p48"/>
          <p:cNvPicPr preferRelativeResize="0"/>
          <p:nvPr/>
        </p:nvPicPr>
        <p:blipFill rotWithShape="1">
          <a:blip r:embed="rId4">
            <a:alphaModFix/>
          </a:blip>
          <a:srcRect b="79" l="0" r="0" t="69"/>
          <a:stretch/>
        </p:blipFill>
        <p:spPr>
          <a:xfrm>
            <a:off x="1503435" y="1955462"/>
            <a:ext cx="10544555" cy="9805074"/>
          </a:xfrm>
          <a:prstGeom prst="rect">
            <a:avLst/>
          </a:prstGeom>
          <a:noFill/>
          <a:ln>
            <a:noFill/>
          </a:ln>
        </p:spPr>
      </p:pic>
      <p:pic>
        <p:nvPicPr>
          <p:cNvPr id="345" name="Google Shape;345;p48"/>
          <p:cNvPicPr preferRelativeResize="0"/>
          <p:nvPr/>
        </p:nvPicPr>
        <p:blipFill rotWithShape="1">
          <a:blip r:embed="rId5">
            <a:alphaModFix/>
          </a:blip>
          <a:srcRect b="0" l="13028" r="13028" t="0"/>
          <a:stretch/>
        </p:blipFill>
        <p:spPr>
          <a:xfrm>
            <a:off x="2309675" y="3180835"/>
            <a:ext cx="8630700" cy="7779600"/>
          </a:xfrm>
          <a:prstGeom prst="roundRect">
            <a:avLst>
              <a:gd fmla="val 6354" name="adj"/>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9" name="Shape 349"/>
        <p:cNvGrpSpPr/>
        <p:nvPr/>
      </p:nvGrpSpPr>
      <p:grpSpPr>
        <a:xfrm>
          <a:off x="0" y="0"/>
          <a:ext cx="0" cy="0"/>
          <a:chOff x="0" y="0"/>
          <a:chExt cx="0" cy="0"/>
        </a:xfrm>
      </p:grpSpPr>
      <p:sp>
        <p:nvSpPr>
          <p:cNvPr id="350" name="Google Shape;350;p49"/>
          <p:cNvSpPr txBox="1"/>
          <p:nvPr>
            <p:ph type="title"/>
          </p:nvPr>
        </p:nvSpPr>
        <p:spPr>
          <a:xfrm>
            <a:off x="2108800" y="2914250"/>
            <a:ext cx="8348400" cy="36840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b="1" lang="en-US" sz="5900">
                <a:solidFill>
                  <a:srgbClr val="162C63"/>
                </a:solidFill>
                <a:latin typeface="Noto Sans"/>
                <a:ea typeface="Noto Sans"/>
                <a:cs typeface="Noto Sans"/>
                <a:sym typeface="Noto Sans"/>
              </a:rPr>
              <a:t>The following slides are template from “the builder”</a:t>
            </a:r>
            <a:endParaRPr b="1" sz="5900">
              <a:solidFill>
                <a:srgbClr val="162C63"/>
              </a:solidFill>
              <a:latin typeface="Noto Sans"/>
              <a:ea typeface="Noto Sans"/>
              <a:cs typeface="Noto Sans"/>
              <a:sym typeface="Noto Sans"/>
            </a:endParaRPr>
          </a:p>
        </p:txBody>
      </p:sp>
      <p:sp>
        <p:nvSpPr>
          <p:cNvPr id="351" name="Google Shape;351;p49"/>
          <p:cNvSpPr txBox="1"/>
          <p:nvPr>
            <p:ph type="title"/>
          </p:nvPr>
        </p:nvSpPr>
        <p:spPr>
          <a:xfrm>
            <a:off x="13680650" y="2914250"/>
            <a:ext cx="8936100" cy="3684000"/>
          </a:xfrm>
          <a:prstGeom prst="rect">
            <a:avLst/>
          </a:prstGeom>
        </p:spPr>
        <p:txBody>
          <a:bodyPr anchorCtr="0" anchor="ctr" bIns="50800" lIns="50800" spcFirstLastPara="1" rIns="50800" wrap="square" tIns="50800">
            <a:normAutofit/>
          </a:bodyPr>
          <a:lstStyle/>
          <a:p>
            <a:pPr indent="0" lvl="0" marL="0" rtl="0" algn="l">
              <a:spcBef>
                <a:spcPts val="0"/>
              </a:spcBef>
              <a:spcAft>
                <a:spcPts val="0"/>
              </a:spcAft>
              <a:buNone/>
            </a:pPr>
            <a:r>
              <a:rPr lang="en-US" sz="5900">
                <a:solidFill>
                  <a:srgbClr val="162C63"/>
                </a:solidFill>
                <a:latin typeface="Noto Sans Light"/>
                <a:ea typeface="Noto Sans Light"/>
                <a:cs typeface="Noto Sans Light"/>
                <a:sym typeface="Noto Sans Light"/>
              </a:rPr>
              <a:t>We can add TITLE, COPY and IMAGE placeholder ONLY</a:t>
            </a:r>
            <a:endParaRPr sz="5900">
              <a:solidFill>
                <a:srgbClr val="162C63"/>
              </a:solidFill>
              <a:latin typeface="Noto Sans Light"/>
              <a:ea typeface="Noto Sans Light"/>
              <a:cs typeface="Noto Sans Light"/>
              <a:sym typeface="Noto Sans Light"/>
            </a:endParaRPr>
          </a:p>
        </p:txBody>
      </p:sp>
      <p:sp>
        <p:nvSpPr>
          <p:cNvPr id="352" name="Google Shape;352;p49"/>
          <p:cNvSpPr txBox="1"/>
          <p:nvPr>
            <p:ph type="title"/>
          </p:nvPr>
        </p:nvSpPr>
        <p:spPr>
          <a:xfrm>
            <a:off x="13680650" y="7413275"/>
            <a:ext cx="8936100" cy="3684000"/>
          </a:xfrm>
          <a:prstGeom prst="rect">
            <a:avLst/>
          </a:prstGeom>
        </p:spPr>
        <p:txBody>
          <a:bodyPr anchorCtr="0" anchor="ctr" bIns="50800" lIns="50800" spcFirstLastPara="1" rIns="50800" wrap="square" tIns="50800">
            <a:normAutofit fontScale="90000"/>
          </a:bodyPr>
          <a:lstStyle/>
          <a:p>
            <a:pPr indent="0" lvl="0" marL="0" rtl="0" algn="l">
              <a:spcBef>
                <a:spcPts val="0"/>
              </a:spcBef>
              <a:spcAft>
                <a:spcPts val="0"/>
              </a:spcAft>
              <a:buNone/>
            </a:pPr>
            <a:r>
              <a:rPr lang="en-US" sz="5900">
                <a:solidFill>
                  <a:srgbClr val="162C63"/>
                </a:solidFill>
                <a:latin typeface="Noto Sans Light"/>
                <a:ea typeface="Noto Sans Light"/>
                <a:cs typeface="Noto Sans Light"/>
                <a:sym typeface="Noto Sans Light"/>
              </a:rPr>
              <a:t>The rest of the graphics are not editable or </a:t>
            </a:r>
            <a:r>
              <a:rPr lang="en-US" sz="5900">
                <a:solidFill>
                  <a:srgbClr val="162C63"/>
                </a:solidFill>
                <a:latin typeface="Noto Sans Light"/>
                <a:ea typeface="Noto Sans Light"/>
                <a:cs typeface="Noto Sans Light"/>
                <a:sym typeface="Noto Sans Light"/>
              </a:rPr>
              <a:t>movable because they are fixed in the template</a:t>
            </a:r>
            <a:endParaRPr sz="5900">
              <a:solidFill>
                <a:srgbClr val="162C63"/>
              </a:solidFill>
              <a:latin typeface="Noto Sans Light"/>
              <a:ea typeface="Noto Sans Light"/>
              <a:cs typeface="Noto Sans Light"/>
              <a:sym typeface="Noto Sans Light"/>
            </a:endParaRPr>
          </a:p>
        </p:txBody>
      </p:sp>
      <p:sp>
        <p:nvSpPr>
          <p:cNvPr id="353" name="Google Shape;353;p49"/>
          <p:cNvSpPr/>
          <p:nvPr/>
        </p:nvSpPr>
        <p:spPr>
          <a:xfrm rot="-2700000">
            <a:off x="11809590" y="3809723"/>
            <a:ext cx="1175211" cy="487055"/>
          </a:xfrm>
          <a:prstGeom prst="corner">
            <a:avLst>
              <a:gd fmla="val 41154" name="adj1"/>
              <a:gd fmla="val 4122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354" name="Google Shape;354;p49"/>
          <p:cNvSpPr/>
          <p:nvPr/>
        </p:nvSpPr>
        <p:spPr>
          <a:xfrm rot="-2700000">
            <a:off x="11833353" y="7825303"/>
            <a:ext cx="1127694" cy="1127694"/>
          </a:xfrm>
          <a:prstGeom prst="plus">
            <a:avLst>
              <a:gd fmla="val 37505"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sp>
        <p:nvSpPr>
          <p:cNvPr id="359" name="Google Shape;359;p50"/>
          <p:cNvSpPr txBox="1"/>
          <p:nvPr>
            <p:ph type="title"/>
          </p:nvPr>
        </p:nvSpPr>
        <p:spPr>
          <a:xfrm>
            <a:off x="3222775" y="3376275"/>
            <a:ext cx="6867600" cy="4546500"/>
          </a:xfrm>
          <a:prstGeom prst="rect">
            <a:avLst/>
          </a:prstGeom>
        </p:spPr>
        <p:txBody>
          <a:bodyPr anchorCtr="0" anchor="t" bIns="50800" lIns="50800" spcFirstLastPara="1" rIns="50800" wrap="square" tIns="50800">
            <a:normAutofit/>
          </a:bodyPr>
          <a:lstStyle/>
          <a:p>
            <a:pPr indent="0" lvl="0" marL="0" rtl="0" algn="l">
              <a:spcBef>
                <a:spcPts val="0"/>
              </a:spcBef>
              <a:spcAft>
                <a:spcPts val="0"/>
              </a:spcAft>
              <a:buNone/>
            </a:pPr>
            <a:r>
              <a:t/>
            </a:r>
            <a:endParaRPr b="1">
              <a:latin typeface="Noto Sans"/>
              <a:ea typeface="Noto Sans"/>
              <a:cs typeface="Noto Sans"/>
              <a:sym typeface="Noto Sans"/>
            </a:endParaRPr>
          </a:p>
        </p:txBody>
      </p:sp>
      <p:sp>
        <p:nvSpPr>
          <p:cNvPr id="360" name="Google Shape;360;p50"/>
          <p:cNvSpPr/>
          <p:nvPr>
            <p:ph idx="2" type="pic"/>
          </p:nvPr>
        </p:nvSpPr>
        <p:spPr>
          <a:xfrm>
            <a:off x="11308350" y="2882975"/>
            <a:ext cx="7214700" cy="7336200"/>
          </a:xfrm>
          <a:prstGeom prst="roundRect">
            <a:avLst>
              <a:gd fmla="val 16667" name="adj"/>
            </a:avLst>
          </a:prstGeom>
        </p:spPr>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 name="Shape 364"/>
        <p:cNvGrpSpPr/>
        <p:nvPr/>
      </p:nvGrpSpPr>
      <p:grpSpPr>
        <a:xfrm>
          <a:off x="0" y="0"/>
          <a:ext cx="0" cy="0"/>
          <a:chOff x="0" y="0"/>
          <a:chExt cx="0" cy="0"/>
        </a:xfrm>
      </p:grpSpPr>
      <p:sp>
        <p:nvSpPr>
          <p:cNvPr id="365" name="Google Shape;365;p51"/>
          <p:cNvSpPr/>
          <p:nvPr>
            <p:ph idx="2" type="pic"/>
          </p:nvPr>
        </p:nvSpPr>
        <p:spPr>
          <a:xfrm>
            <a:off x="11433200" y="0"/>
            <a:ext cx="12950700" cy="13716000"/>
          </a:xfrm>
          <a:prstGeom prst="rect">
            <a:avLst/>
          </a:prstGeom>
        </p:spPr>
      </p:sp>
      <p:sp>
        <p:nvSpPr>
          <p:cNvPr id="366" name="Google Shape;366;p51"/>
          <p:cNvSpPr txBox="1"/>
          <p:nvPr>
            <p:ph type="title"/>
          </p:nvPr>
        </p:nvSpPr>
        <p:spPr>
          <a:xfrm>
            <a:off x="2781575" y="2877475"/>
            <a:ext cx="5582400" cy="4853400"/>
          </a:xfrm>
          <a:prstGeom prst="rect">
            <a:avLst/>
          </a:prstGeom>
        </p:spPr>
        <p:txBody>
          <a:bodyPr anchorCtr="0" anchor="t" bIns="50800" lIns="50800" spcFirstLastPara="1" rIns="50800" wrap="square" tIns="50800">
            <a:normAutofit/>
          </a:bodyPr>
          <a:lstStyle/>
          <a:p>
            <a:pPr indent="0" lvl="0" marL="0" rtl="0" algn="l">
              <a:spcBef>
                <a:spcPts val="0"/>
              </a:spcBef>
              <a:spcAft>
                <a:spcPts val="0"/>
              </a:spcAft>
              <a:buNone/>
            </a:pPr>
            <a:r>
              <a:t/>
            </a:r>
            <a:endParaRPr b="1">
              <a:latin typeface="Noto Sans"/>
              <a:ea typeface="Noto Sans"/>
              <a:cs typeface="Noto Sans"/>
              <a:sym typeface="No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0" name="Shape 370"/>
        <p:cNvGrpSpPr/>
        <p:nvPr/>
      </p:nvGrpSpPr>
      <p:grpSpPr>
        <a:xfrm>
          <a:off x="0" y="0"/>
          <a:ext cx="0" cy="0"/>
          <a:chOff x="0" y="0"/>
          <a:chExt cx="0" cy="0"/>
        </a:xfrm>
      </p:grpSpPr>
      <p:pic>
        <p:nvPicPr>
          <p:cNvPr id="371" name="Google Shape;371;p52"/>
          <p:cNvPicPr preferRelativeResize="0"/>
          <p:nvPr/>
        </p:nvPicPr>
        <p:blipFill rotWithShape="1">
          <a:blip r:embed="rId3">
            <a:alphaModFix/>
          </a:blip>
          <a:srcRect b="0" l="258" r="258" t="0"/>
          <a:stretch/>
        </p:blipFill>
        <p:spPr>
          <a:xfrm>
            <a:off x="2495675" y="2302425"/>
            <a:ext cx="7633502" cy="7098177"/>
          </a:xfrm>
          <a:prstGeom prst="rect">
            <a:avLst/>
          </a:prstGeom>
          <a:noFill/>
          <a:ln>
            <a:noFill/>
          </a:ln>
        </p:spPr>
      </p:pic>
      <p:sp>
        <p:nvSpPr>
          <p:cNvPr id="372" name="Google Shape;372;p52"/>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8400"/>
              <a:buFont typeface="Helvetica Neue"/>
              <a:buNone/>
            </a:pPr>
            <a:r>
              <a:rPr b="1" lang="en-US" sz="25000">
                <a:solidFill>
                  <a:srgbClr val="162C63"/>
                </a:solidFill>
              </a:rPr>
              <a:t>02</a:t>
            </a:r>
            <a:endParaRPr b="1" sz="25000">
              <a:solidFill>
                <a:srgbClr val="162C63"/>
              </a:solidFill>
            </a:endParaRPr>
          </a:p>
        </p:txBody>
      </p:sp>
      <p:sp>
        <p:nvSpPr>
          <p:cNvPr id="373" name="Google Shape;373;p52"/>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Montserrat Light"/>
                <a:ea typeface="Montserrat Light"/>
                <a:cs typeface="Montserrat Light"/>
                <a:sym typeface="Montserrat Light"/>
              </a:rPr>
              <a:t>Lorem ipsum dolor sit amet, consectetur adipiscing elit. Proin eu mi urna. Etiam tempus tellus sapien, quis convallis sem viverra sed. Etiam efficitur ultricies turpis sit amet scelerisque.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rPr lang="en-US" sz="3730">
                <a:solidFill>
                  <a:srgbClr val="162C63"/>
                </a:solidFill>
                <a:latin typeface="Montserrat Light"/>
                <a:ea typeface="Montserrat Light"/>
                <a:cs typeface="Montserrat Light"/>
                <a:sym typeface="Montserrat Light"/>
              </a:rPr>
              <a:t>Vivamus imperdiet lectus sed lectus maximus, in scelerisque arcu iaculis. Nullam nec luctus ante, a convallis augue. Quisque turpis quam, viverra sit amet risus in, ultrices lobortis lacus.</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rPr lang="en-US" sz="3730">
                <a:solidFill>
                  <a:srgbClr val="162C63"/>
                </a:solidFill>
                <a:latin typeface="Montserrat Light"/>
                <a:ea typeface="Montserrat Light"/>
                <a:cs typeface="Montserrat Light"/>
                <a:sym typeface="Montserrat Light"/>
              </a:rPr>
              <a:t>Etiam tempus tellus sapien, quis convallis sem viverra sed. Etiam efficitur ultricies turpis sit amet scelerisque.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8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730">
              <a:solidFill>
                <a:srgbClr val="162C63"/>
              </a:solidFill>
              <a:latin typeface="Montserrat Light"/>
              <a:ea typeface="Montserrat Light"/>
              <a:cs typeface="Montserrat Light"/>
              <a:sym typeface="Montserrat Light"/>
            </a:endParaRPr>
          </a:p>
          <a:p>
            <a:pPr indent="0" lvl="0" marL="0" rtl="0" algn="l">
              <a:lnSpc>
                <a:spcPct val="105000"/>
              </a:lnSpc>
              <a:spcBef>
                <a:spcPts val="0"/>
              </a:spcBef>
              <a:spcAft>
                <a:spcPts val="0"/>
              </a:spcAft>
              <a:buSzPts val="1018"/>
              <a:buNone/>
            </a:pPr>
            <a:r>
              <a:t/>
            </a:r>
            <a:endParaRPr sz="3730">
              <a:solidFill>
                <a:srgbClr val="162C63"/>
              </a:solidFill>
              <a:latin typeface="Montserrat Light"/>
              <a:ea typeface="Montserrat Light"/>
              <a:cs typeface="Montserrat Light"/>
              <a:sym typeface="Montserrat Light"/>
            </a:endParaRPr>
          </a:p>
        </p:txBody>
      </p:sp>
      <p:pic>
        <p:nvPicPr>
          <p:cNvPr id="374" name="Google Shape;374;p52"/>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8" name="Shape 378"/>
        <p:cNvGrpSpPr/>
        <p:nvPr/>
      </p:nvGrpSpPr>
      <p:grpSpPr>
        <a:xfrm>
          <a:off x="0" y="0"/>
          <a:ext cx="0" cy="0"/>
          <a:chOff x="0" y="0"/>
          <a:chExt cx="0" cy="0"/>
        </a:xfrm>
      </p:grpSpPr>
      <p:pic>
        <p:nvPicPr>
          <p:cNvPr id="379" name="Google Shape;379;p53"/>
          <p:cNvPicPr preferRelativeResize="0"/>
          <p:nvPr/>
        </p:nvPicPr>
        <p:blipFill rotWithShape="1">
          <a:blip r:embed="rId3">
            <a:alphaModFix/>
          </a:blip>
          <a:srcRect b="79" l="0" r="0" t="69"/>
          <a:stretch/>
        </p:blipFill>
        <p:spPr>
          <a:xfrm>
            <a:off x="2495675" y="2302425"/>
            <a:ext cx="7633502" cy="7098178"/>
          </a:xfrm>
          <a:prstGeom prst="rect">
            <a:avLst/>
          </a:prstGeom>
          <a:noFill/>
          <a:ln>
            <a:noFill/>
          </a:ln>
        </p:spPr>
      </p:pic>
      <p:sp>
        <p:nvSpPr>
          <p:cNvPr id="380" name="Google Shape;380;p53"/>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8400"/>
              <a:buFont typeface="Helvetica Neue"/>
              <a:buNone/>
            </a:pPr>
            <a:r>
              <a:rPr b="1" lang="en-US" sz="25000">
                <a:solidFill>
                  <a:srgbClr val="009CDE"/>
                </a:solidFill>
                <a:latin typeface="Noto Sans"/>
                <a:ea typeface="Noto Sans"/>
                <a:cs typeface="Noto Sans"/>
                <a:sym typeface="Noto Sans"/>
              </a:rPr>
              <a:t>03</a:t>
            </a:r>
            <a:endParaRPr b="1" sz="25000">
              <a:solidFill>
                <a:srgbClr val="009CDE"/>
              </a:solidFill>
              <a:latin typeface="Noto Sans"/>
              <a:ea typeface="Noto Sans"/>
              <a:cs typeface="Noto Sans"/>
              <a:sym typeface="Noto Sans"/>
            </a:endParaRPr>
          </a:p>
        </p:txBody>
      </p:sp>
      <p:sp>
        <p:nvSpPr>
          <p:cNvPr id="381" name="Google Shape;381;p53"/>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Lorem ipsum dolor sit amet, consectetur adipiscing elit. Proin eu mi urna. 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Vivamus imperdiet lectus sed lectus maximus, in scelerisque arcu iaculis. Nullam nec luctus ante, a convallis augue. Quisque turpis quam, viverra sit amet risus in, ultrices lobortis lacus.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382" name="Google Shape;382;p53"/>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pic>
        <p:nvPicPr>
          <p:cNvPr id="387" name="Google Shape;387;p54"/>
          <p:cNvPicPr preferRelativeResize="0"/>
          <p:nvPr/>
        </p:nvPicPr>
        <p:blipFill rotWithShape="1">
          <a:blip r:embed="rId3">
            <a:alphaModFix/>
          </a:blip>
          <a:srcRect b="0" l="209" r="219" t="0"/>
          <a:stretch/>
        </p:blipFill>
        <p:spPr>
          <a:xfrm>
            <a:off x="2495675" y="2302425"/>
            <a:ext cx="7633502" cy="7098177"/>
          </a:xfrm>
          <a:prstGeom prst="rect">
            <a:avLst/>
          </a:prstGeom>
          <a:noFill/>
          <a:ln>
            <a:noFill/>
          </a:ln>
        </p:spPr>
      </p:pic>
      <p:sp>
        <p:nvSpPr>
          <p:cNvPr id="388" name="Google Shape;388;p54"/>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8400"/>
              <a:buFont typeface="Helvetica Neue"/>
              <a:buNone/>
            </a:pPr>
            <a:r>
              <a:rPr b="1" lang="en-US" sz="25000">
                <a:solidFill>
                  <a:srgbClr val="162C63"/>
                </a:solidFill>
                <a:latin typeface="Noto Sans"/>
                <a:ea typeface="Noto Sans"/>
                <a:cs typeface="Noto Sans"/>
                <a:sym typeface="Noto Sans"/>
              </a:rPr>
              <a:t>04</a:t>
            </a:r>
            <a:endParaRPr b="1" sz="25000">
              <a:solidFill>
                <a:srgbClr val="162C63"/>
              </a:solidFill>
              <a:latin typeface="Noto Sans"/>
              <a:ea typeface="Noto Sans"/>
              <a:cs typeface="Noto Sans"/>
              <a:sym typeface="Noto Sans"/>
            </a:endParaRPr>
          </a:p>
        </p:txBody>
      </p:sp>
      <p:sp>
        <p:nvSpPr>
          <p:cNvPr id="389" name="Google Shape;389;p54"/>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Lorem ipsum dolor sit amet, consectetur adipiscing elit. Proin eu mi urna. 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Vivamus imperdiet lectus sed lectus maximus, in scelerisque arcu iaculis. Nullam nec luctus ante, a convallis augue. Quisque turpis quam, viverra sit amet risus in, ultrices lobortis lacus.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390" name="Google Shape;390;p54"/>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4" name="Shape 394"/>
        <p:cNvGrpSpPr/>
        <p:nvPr/>
      </p:nvGrpSpPr>
      <p:grpSpPr>
        <a:xfrm>
          <a:off x="0" y="0"/>
          <a:ext cx="0" cy="0"/>
          <a:chOff x="0" y="0"/>
          <a:chExt cx="0" cy="0"/>
        </a:xfrm>
      </p:grpSpPr>
      <p:pic>
        <p:nvPicPr>
          <p:cNvPr id="395" name="Google Shape;395;p55"/>
          <p:cNvPicPr preferRelativeResize="0"/>
          <p:nvPr/>
        </p:nvPicPr>
        <p:blipFill rotWithShape="1">
          <a:blip r:embed="rId3">
            <a:alphaModFix/>
          </a:blip>
          <a:srcRect b="0" l="109" r="99" t="0"/>
          <a:stretch/>
        </p:blipFill>
        <p:spPr>
          <a:xfrm>
            <a:off x="2495675" y="2302425"/>
            <a:ext cx="7633503" cy="7098176"/>
          </a:xfrm>
          <a:prstGeom prst="rect">
            <a:avLst/>
          </a:prstGeom>
          <a:noFill/>
          <a:ln>
            <a:noFill/>
          </a:ln>
        </p:spPr>
      </p:pic>
      <p:sp>
        <p:nvSpPr>
          <p:cNvPr id="396" name="Google Shape;396;p55"/>
          <p:cNvSpPr txBox="1"/>
          <p:nvPr>
            <p:ph type="title"/>
          </p:nvPr>
        </p:nvSpPr>
        <p:spPr>
          <a:xfrm>
            <a:off x="4171325" y="4055713"/>
            <a:ext cx="4282200" cy="35916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8400"/>
              <a:buFont typeface="Helvetica Neue"/>
              <a:buNone/>
            </a:pPr>
            <a:r>
              <a:rPr b="1" lang="en-US" sz="25000">
                <a:solidFill>
                  <a:srgbClr val="F46350"/>
                </a:solidFill>
                <a:latin typeface="Noto Sans"/>
                <a:ea typeface="Noto Sans"/>
                <a:cs typeface="Noto Sans"/>
                <a:sym typeface="Noto Sans"/>
              </a:rPr>
              <a:t>05</a:t>
            </a:r>
            <a:endParaRPr b="1" sz="25000">
              <a:solidFill>
                <a:srgbClr val="F46350"/>
              </a:solidFill>
              <a:latin typeface="Noto Sans"/>
              <a:ea typeface="Noto Sans"/>
              <a:cs typeface="Noto Sans"/>
              <a:sym typeface="Noto Sans"/>
            </a:endParaRPr>
          </a:p>
        </p:txBody>
      </p:sp>
      <p:sp>
        <p:nvSpPr>
          <p:cNvPr id="397" name="Google Shape;397;p55"/>
          <p:cNvSpPr txBox="1"/>
          <p:nvPr>
            <p:ph idx="1" type="body"/>
          </p:nvPr>
        </p:nvSpPr>
        <p:spPr>
          <a:xfrm>
            <a:off x="11669725" y="2680200"/>
            <a:ext cx="9891900" cy="7536600"/>
          </a:xfrm>
          <a:prstGeom prst="rect">
            <a:avLst/>
          </a:prstGeom>
          <a:noFill/>
          <a:ln>
            <a:noFill/>
          </a:ln>
        </p:spPr>
        <p:txBody>
          <a:bodyPr anchorCtr="0" anchor="t" bIns="50800" lIns="50800" spcFirstLastPara="1" rIns="50800" wrap="square" tIns="50800">
            <a:noAutofit/>
          </a:bodyPr>
          <a:lstStyle/>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Lorem ipsum dolor sit amet, consectetur adipiscing elit. Proin eu mi urna. 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Vivamus imperdiet lectus sed lectus maximus, in scelerisque arcu iaculis. Nullam nec luctus ante, a convallis augue. Quisque turpis quam, viverra sit amet risus in, ultrices lobortis lacus.</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rPr lang="en-US" sz="3730">
                <a:solidFill>
                  <a:srgbClr val="162C63"/>
                </a:solidFill>
                <a:latin typeface="Noto Sans Light"/>
                <a:ea typeface="Noto Sans Light"/>
                <a:cs typeface="Noto Sans Light"/>
                <a:sym typeface="Noto Sans Light"/>
              </a:rPr>
              <a:t>Etiam tempus tellus sapien, quis convallis sem viverra sed. Etiam efficitur ultricies turpis sit amet scelerisque.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8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a:p>
            <a:pPr indent="0" lvl="0" marL="0" rtl="0" algn="l">
              <a:lnSpc>
                <a:spcPct val="105000"/>
              </a:lnSpc>
              <a:spcBef>
                <a:spcPts val="0"/>
              </a:spcBef>
              <a:spcAft>
                <a:spcPts val="0"/>
              </a:spcAft>
              <a:buSzPts val="1018"/>
              <a:buNone/>
            </a:pPr>
            <a:r>
              <a:t/>
            </a:r>
            <a:endParaRPr sz="3730">
              <a:solidFill>
                <a:srgbClr val="162C63"/>
              </a:solidFill>
              <a:latin typeface="Noto Sans Light"/>
              <a:ea typeface="Noto Sans Light"/>
              <a:cs typeface="Noto Sans Light"/>
              <a:sym typeface="Noto Sans Light"/>
            </a:endParaRPr>
          </a:p>
        </p:txBody>
      </p:sp>
      <p:pic>
        <p:nvPicPr>
          <p:cNvPr id="398" name="Google Shape;398;p55"/>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pic>
        <p:nvPicPr>
          <p:cNvPr id="403" name="Google Shape;403;p56"/>
          <p:cNvPicPr preferRelativeResize="0"/>
          <p:nvPr/>
        </p:nvPicPr>
        <p:blipFill rotWithShape="1">
          <a:blip r:embed="rId3">
            <a:alphaModFix amt="45000"/>
          </a:blip>
          <a:srcRect b="0" l="0" r="0" t="0"/>
          <a:stretch/>
        </p:blipFill>
        <p:spPr>
          <a:xfrm>
            <a:off x="0" y="0"/>
            <a:ext cx="24384000" cy="13716000"/>
          </a:xfrm>
          <a:prstGeom prst="rect">
            <a:avLst/>
          </a:prstGeom>
          <a:noFill/>
          <a:ln>
            <a:noFill/>
          </a:ln>
        </p:spPr>
      </p:pic>
      <p:pic>
        <p:nvPicPr>
          <p:cNvPr id="404" name="Google Shape;404;p56"/>
          <p:cNvPicPr preferRelativeResize="0"/>
          <p:nvPr/>
        </p:nvPicPr>
        <p:blipFill>
          <a:blip r:embed="rId4">
            <a:alphaModFix/>
          </a:blip>
          <a:stretch>
            <a:fillRect/>
          </a:stretch>
        </p:blipFill>
        <p:spPr>
          <a:xfrm>
            <a:off x="22902343" y="11941351"/>
            <a:ext cx="879033" cy="1152350"/>
          </a:xfrm>
          <a:prstGeom prst="rect">
            <a:avLst/>
          </a:prstGeom>
          <a:noFill/>
          <a:ln>
            <a:noFill/>
          </a:ln>
        </p:spPr>
      </p:pic>
      <p:sp>
        <p:nvSpPr>
          <p:cNvPr id="405" name="Google Shape;405;p56"/>
          <p:cNvSpPr txBox="1"/>
          <p:nvPr>
            <p:ph idx="4294967295" type="ctrTitle"/>
          </p:nvPr>
        </p:nvSpPr>
        <p:spPr>
          <a:xfrm>
            <a:off x="831200" y="5615467"/>
            <a:ext cx="22721700" cy="1844100"/>
          </a:xfrm>
          <a:prstGeom prst="rect">
            <a:avLst/>
          </a:prstGeom>
        </p:spPr>
        <p:txBody>
          <a:bodyPr anchorCtr="0" anchor="ctr" bIns="50800" lIns="50800" spcFirstLastPara="1" rIns="50800" wrap="square" tIns="50800">
            <a:normAutofit fontScale="90000"/>
          </a:bodyPr>
          <a:lstStyle/>
          <a:p>
            <a:r>
              <a:t>Start your Drupal journey today</a:t>
            </a:r>
          </a:p>
          <a:p>
            <a:r>
              <a:t>Discover what's possible with an open platform</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sp>
        <p:nvSpPr>
          <p:cNvPr id="410" name="Google Shape;410;p57"/>
          <p:cNvSpPr txBox="1"/>
          <p:nvPr>
            <p:ph idx="1" type="subTitle"/>
          </p:nvPr>
        </p:nvSpPr>
        <p:spPr>
          <a:xfrm>
            <a:off x="831200" y="7557667"/>
            <a:ext cx="22721700" cy="2113500"/>
          </a:xfrm>
          <a:prstGeom prst="rect">
            <a:avLst/>
          </a:prstGeom>
        </p:spPr>
        <p:txBody>
          <a:bodyPr anchorCtr="0" anchor="ctr" bIns="50800" lIns="50800" spcFirstLastPara="1" rIns="50800" wrap="square" tIns="50800">
            <a:normAutofit/>
          </a:bodyPr>
          <a:lstStyle/>
          <a:p>
            <a:pPr indent="0" lvl="0" marL="0" rtl="0" algn="ctr">
              <a:spcBef>
                <a:spcPts val="5900"/>
              </a:spcBef>
              <a:spcAft>
                <a:spcPts val="0"/>
              </a:spcAft>
              <a:buNone/>
            </a:pPr>
            <a:r>
              <a:t/>
            </a:r>
            <a:endParaRPr/>
          </a:p>
        </p:txBody>
      </p:sp>
      <p:sp>
        <p:nvSpPr>
          <p:cNvPr id="411" name="Google Shape;411;p57"/>
          <p:cNvSpPr txBox="1"/>
          <p:nvPr/>
        </p:nvSpPr>
        <p:spPr>
          <a:xfrm>
            <a:off x="4833425" y="5515050"/>
            <a:ext cx="14562300" cy="367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5200">
                <a:solidFill>
                  <a:srgbClr val="121111"/>
                </a:solidFill>
                <a:highlight>
                  <a:srgbClr val="FFFF00"/>
                </a:highlight>
                <a:latin typeface="Helvetica Neue"/>
                <a:ea typeface="Helvetica Neue"/>
                <a:cs typeface="Helvetica Neue"/>
                <a:sym typeface="Helvetica Neue"/>
              </a:rPr>
              <a:t>POTENTIAL SLIDE OPTIONS BELOW</a:t>
            </a:r>
            <a:endParaRPr sz="5200">
              <a:solidFill>
                <a:srgbClr val="121111"/>
              </a:solidFill>
              <a:highlight>
                <a:srgbClr val="FFFF00"/>
              </a:highlight>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15" name="Shape 415"/>
        <p:cNvGrpSpPr/>
        <p:nvPr/>
      </p:nvGrpSpPr>
      <p:grpSpPr>
        <a:xfrm>
          <a:off x="0" y="0"/>
          <a:ext cx="0" cy="0"/>
          <a:chOff x="0" y="0"/>
          <a:chExt cx="0" cy="0"/>
        </a:xfrm>
      </p:grpSpPr>
      <p:pic>
        <p:nvPicPr>
          <p:cNvPr descr="53300482659_55c893f7f6_k.jpg" id="416" name="Google Shape;416;p58"/>
          <p:cNvPicPr preferRelativeResize="0"/>
          <p:nvPr/>
        </p:nvPicPr>
        <p:blipFill rotWithShape="1">
          <a:blip r:embed="rId3">
            <a:alphaModFix/>
          </a:blip>
          <a:srcRect b="9501" l="204" r="14441" t="18192"/>
          <a:stretch/>
        </p:blipFill>
        <p:spPr>
          <a:xfrm>
            <a:off x="11475" y="0"/>
            <a:ext cx="24384000" cy="13716001"/>
          </a:xfrm>
          <a:prstGeom prst="rect">
            <a:avLst/>
          </a:prstGeom>
          <a:noFill/>
          <a:ln>
            <a:noFill/>
          </a:ln>
        </p:spPr>
      </p:pic>
      <p:pic>
        <p:nvPicPr>
          <p:cNvPr descr="Image Gallery" id="417" name="Google Shape;417;p58"/>
          <p:cNvPicPr preferRelativeResize="0"/>
          <p:nvPr/>
        </p:nvPicPr>
        <p:blipFill rotWithShape="1">
          <a:blip r:embed="rId4">
            <a:alphaModFix/>
          </a:blip>
          <a:srcRect b="0" l="0" r="0" t="0"/>
          <a:stretch/>
        </p:blipFill>
        <p:spPr>
          <a:xfrm>
            <a:off x="1717418" y="1519435"/>
            <a:ext cx="9284227" cy="9720068"/>
          </a:xfrm>
          <a:prstGeom prst="rect">
            <a:avLst/>
          </a:prstGeom>
          <a:noFill/>
          <a:ln>
            <a:noFill/>
          </a:ln>
        </p:spPr>
      </p:pic>
      <p:sp>
        <p:nvSpPr>
          <p:cNvPr id="418" name="Google Shape;418;p58"/>
          <p:cNvSpPr txBox="1"/>
          <p:nvPr/>
        </p:nvSpPr>
        <p:spPr>
          <a:xfrm>
            <a:off x="3015030" y="3996949"/>
            <a:ext cx="6126300" cy="18267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9000"/>
              <a:buFont typeface="Helvetica Neue"/>
              <a:buNone/>
            </a:pPr>
            <a:r>
              <a:rPr b="1" lang="en-US" sz="7000">
                <a:solidFill>
                  <a:srgbClr val="FFFFFF"/>
                </a:solidFill>
                <a:latin typeface="Noto Sans"/>
                <a:ea typeface="Noto Sans"/>
                <a:cs typeface="Noto Sans"/>
                <a:sym typeface="Noto Sans"/>
              </a:rPr>
              <a:t>Community is in our DNA</a:t>
            </a:r>
            <a:endParaRPr b="1" sz="7000">
              <a:latin typeface="Noto Sans"/>
              <a:ea typeface="Noto Sans"/>
              <a:cs typeface="Noto Sans"/>
              <a:sym typeface="Noto Sans"/>
            </a:endParaRPr>
          </a:p>
        </p:txBody>
      </p:sp>
      <p:pic>
        <p:nvPicPr>
          <p:cNvPr descr="Google Shape;169;p32" id="419" name="Google Shape;419;p58"/>
          <p:cNvPicPr preferRelativeResize="0"/>
          <p:nvPr/>
        </p:nvPicPr>
        <p:blipFill rotWithShape="1">
          <a:blip r:embed="rId5">
            <a:alphaModFix/>
          </a:blip>
          <a:srcRect b="0" l="0" r="0" t="0"/>
          <a:stretch/>
        </p:blipFill>
        <p:spPr>
          <a:xfrm>
            <a:off x="22940988" y="12140769"/>
            <a:ext cx="755183" cy="98928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23" name="Shape 423"/>
        <p:cNvGrpSpPr/>
        <p:nvPr/>
      </p:nvGrpSpPr>
      <p:grpSpPr>
        <a:xfrm>
          <a:off x="0" y="0"/>
          <a:ext cx="0" cy="0"/>
          <a:chOff x="0" y="0"/>
          <a:chExt cx="0" cy="0"/>
        </a:xfrm>
      </p:grpSpPr>
      <p:sp>
        <p:nvSpPr>
          <p:cNvPr id="424" name="Google Shape;424;p59"/>
          <p:cNvSpPr txBox="1"/>
          <p:nvPr>
            <p:ph type="title"/>
          </p:nvPr>
        </p:nvSpPr>
        <p:spPr>
          <a:xfrm>
            <a:off x="12324772" y="1424709"/>
            <a:ext cx="10223501" cy="2286001"/>
          </a:xfrm>
          <a:prstGeom prst="rect">
            <a:avLst/>
          </a:prstGeom>
          <a:noFill/>
          <a:ln>
            <a:noFill/>
          </a:ln>
        </p:spPr>
        <p:txBody>
          <a:bodyPr anchorCtr="0" anchor="ctr" bIns="50800" lIns="50800" spcFirstLastPara="1" rIns="50800" wrap="square" tIns="50800">
            <a:normAutofit fontScale="90000"/>
          </a:bodyPr>
          <a:lstStyle/>
          <a:p>
            <a:pPr indent="0" lvl="0" marL="0" marR="0" rtl="0" algn="l">
              <a:lnSpc>
                <a:spcPct val="100000"/>
              </a:lnSpc>
              <a:spcBef>
                <a:spcPts val="0"/>
              </a:spcBef>
              <a:spcAft>
                <a:spcPts val="0"/>
              </a:spcAft>
              <a:buClr>
                <a:srgbClr val="FFFFFF"/>
              </a:buClr>
              <a:buSzPct val="100000"/>
              <a:buFont typeface="Helvetica Neue"/>
              <a:buNone/>
            </a:pPr>
            <a:r>
              <a:rPr lang="en-US" sz="8400"/>
              <a:t>Baddý Sonja Breidert</a:t>
            </a:r>
            <a:endParaRPr/>
          </a:p>
        </p:txBody>
      </p:sp>
      <p:sp>
        <p:nvSpPr>
          <p:cNvPr id="425" name="Google Shape;425;p59"/>
          <p:cNvSpPr txBox="1"/>
          <p:nvPr>
            <p:ph idx="1" type="body"/>
          </p:nvPr>
        </p:nvSpPr>
        <p:spPr>
          <a:xfrm>
            <a:off x="12410200" y="3710700"/>
            <a:ext cx="10223400" cy="8580600"/>
          </a:xfrm>
          <a:prstGeom prst="rect">
            <a:avLst/>
          </a:prstGeom>
          <a:noFill/>
          <a:ln>
            <a:noFill/>
          </a:ln>
        </p:spPr>
        <p:txBody>
          <a:bodyPr anchorCtr="0" anchor="t" bIns="50800" lIns="50800" spcFirstLastPara="1" rIns="50800" wrap="square" tIns="50800">
            <a:normAutofit/>
          </a:bodyPr>
          <a:lstStyle/>
          <a:p>
            <a:pPr indent="-482600" lvl="0" marL="457200" rtl="0" algn="l">
              <a:lnSpc>
                <a:spcPct val="115000"/>
              </a:lnSpc>
              <a:spcBef>
                <a:spcPts val="0"/>
              </a:spcBef>
              <a:spcAft>
                <a:spcPts val="0"/>
              </a:spcAft>
              <a:buSzPts val="4000"/>
              <a:buChar char="•"/>
            </a:pPr>
            <a:r>
              <a:rPr lang="en-US" sz="4000"/>
              <a:t>Icelandic</a:t>
            </a:r>
            <a:endParaRPr/>
          </a:p>
          <a:p>
            <a:pPr indent="-482600" lvl="0" marL="457200" rtl="0" algn="l">
              <a:lnSpc>
                <a:spcPct val="115000"/>
              </a:lnSpc>
              <a:spcBef>
                <a:spcPts val="0"/>
              </a:spcBef>
              <a:spcAft>
                <a:spcPts val="0"/>
              </a:spcAft>
              <a:buSzPts val="4000"/>
              <a:buChar char="•"/>
            </a:pPr>
            <a:r>
              <a:rPr lang="en-US" sz="4000"/>
              <a:t>CEO and Co-Founder of 1xINTERNET</a:t>
            </a:r>
            <a:endParaRPr/>
          </a:p>
          <a:p>
            <a:pPr indent="-482600" lvl="0" marL="457200" rtl="0" algn="l">
              <a:lnSpc>
                <a:spcPct val="115000"/>
              </a:lnSpc>
              <a:spcBef>
                <a:spcPts val="0"/>
              </a:spcBef>
              <a:spcAft>
                <a:spcPts val="0"/>
              </a:spcAft>
              <a:buSzPts val="4000"/>
              <a:buChar char="•"/>
            </a:pPr>
            <a:r>
              <a:rPr lang="en-US" sz="4000"/>
              <a:t>Drupal contributor since 2013</a:t>
            </a:r>
            <a:endParaRPr/>
          </a:p>
          <a:p>
            <a:pPr indent="-482600" lvl="0" marL="457200" rtl="0" algn="l">
              <a:lnSpc>
                <a:spcPct val="115000"/>
              </a:lnSpc>
              <a:spcBef>
                <a:spcPts val="0"/>
              </a:spcBef>
              <a:spcAft>
                <a:spcPts val="0"/>
              </a:spcAft>
              <a:buSzPts val="4000"/>
              <a:buChar char="•"/>
            </a:pPr>
            <a:r>
              <a:rPr lang="en-US" sz="4000"/>
              <a:t>Board member of the </a:t>
            </a:r>
            <a:br>
              <a:rPr lang="en-US" sz="4000"/>
            </a:br>
            <a:r>
              <a:rPr lang="en-US" sz="4000"/>
              <a:t>Drupal Association 2018-2023</a:t>
            </a:r>
            <a:endParaRPr/>
          </a:p>
          <a:p>
            <a:pPr indent="-482600" lvl="1" marL="914400" rtl="0" algn="l">
              <a:lnSpc>
                <a:spcPct val="115000"/>
              </a:lnSpc>
              <a:spcBef>
                <a:spcPts val="0"/>
              </a:spcBef>
              <a:spcAft>
                <a:spcPts val="0"/>
              </a:spcAft>
              <a:buSzPts val="4000"/>
              <a:buChar char="•"/>
            </a:pPr>
            <a:r>
              <a:rPr lang="en-US" sz="4000"/>
              <a:t>Board Chair 2022-2023</a:t>
            </a:r>
            <a:endParaRPr/>
          </a:p>
        </p:txBody>
      </p:sp>
      <p:pic>
        <p:nvPicPr>
          <p:cNvPr descr="Image Gallery" id="426" name="Google Shape;426;p59"/>
          <p:cNvPicPr preferRelativeResize="0"/>
          <p:nvPr/>
        </p:nvPicPr>
        <p:blipFill rotWithShape="1">
          <a:blip r:embed="rId3">
            <a:alphaModFix/>
          </a:blip>
          <a:srcRect b="0" l="0" r="0" t="0"/>
          <a:stretch/>
        </p:blipFill>
        <p:spPr>
          <a:xfrm>
            <a:off x="2345056" y="1932718"/>
            <a:ext cx="8817171" cy="9850563"/>
          </a:xfrm>
          <a:prstGeom prst="rect">
            <a:avLst/>
          </a:prstGeom>
          <a:noFill/>
          <a:ln>
            <a:noFill/>
          </a:ln>
        </p:spPr>
      </p:pic>
      <p:pic>
        <p:nvPicPr>
          <p:cNvPr descr="Google Shape;169;p32" id="427" name="Google Shape;427;p59"/>
          <p:cNvPicPr preferRelativeResize="0"/>
          <p:nvPr/>
        </p:nvPicPr>
        <p:blipFill rotWithShape="1">
          <a:blip r:embed="rId4">
            <a:alphaModFix/>
          </a:blip>
          <a:srcRect b="0" l="0" r="0" t="0"/>
          <a:stretch/>
        </p:blipFill>
        <p:spPr>
          <a:xfrm>
            <a:off x="22940988" y="12140769"/>
            <a:ext cx="755183" cy="989289"/>
          </a:xfrm>
          <a:prstGeom prst="rect">
            <a:avLst/>
          </a:prstGeom>
          <a:noFill/>
          <a:ln>
            <a:noFill/>
          </a:ln>
        </p:spPr>
      </p:pic>
      <p:pic>
        <p:nvPicPr>
          <p:cNvPr descr="_T2A5027 copyXXX (3).jpg" id="428" name="Google Shape;428;p59"/>
          <p:cNvPicPr preferRelativeResize="0"/>
          <p:nvPr>
            <p:ph idx="2" type="pic"/>
          </p:nvPr>
        </p:nvPicPr>
        <p:blipFill rotWithShape="1">
          <a:blip r:embed="rId5">
            <a:alphaModFix/>
          </a:blip>
          <a:srcRect b="24928" l="1018" r="1018" t="164"/>
          <a:stretch/>
        </p:blipFill>
        <p:spPr>
          <a:xfrm>
            <a:off x="3352200" y="3227725"/>
            <a:ext cx="6802876" cy="787620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32" name="Shape 432"/>
        <p:cNvGrpSpPr/>
        <p:nvPr/>
      </p:nvGrpSpPr>
      <p:grpSpPr>
        <a:xfrm>
          <a:off x="0" y="0"/>
          <a:ext cx="0" cy="0"/>
          <a:chOff x="0" y="0"/>
          <a:chExt cx="0" cy="0"/>
        </a:xfrm>
      </p:grpSpPr>
      <p:pic>
        <p:nvPicPr>
          <p:cNvPr descr="austin-distel-VvAcrVa56fc-unsplash.jpg" id="433" name="Google Shape;433;p60"/>
          <p:cNvPicPr preferRelativeResize="0"/>
          <p:nvPr/>
        </p:nvPicPr>
        <p:blipFill rotWithShape="1">
          <a:blip r:embed="rId3">
            <a:alphaModFix/>
          </a:blip>
          <a:srcRect b="15360" l="19413" r="0" t="16971"/>
          <a:stretch/>
        </p:blipFill>
        <p:spPr>
          <a:xfrm>
            <a:off x="-13925" y="0"/>
            <a:ext cx="24504553" cy="13716000"/>
          </a:xfrm>
          <a:prstGeom prst="rect">
            <a:avLst/>
          </a:prstGeom>
          <a:noFill/>
          <a:ln>
            <a:noFill/>
          </a:ln>
        </p:spPr>
      </p:pic>
      <p:pic>
        <p:nvPicPr>
          <p:cNvPr descr="Google Shape;169;p32" id="434" name="Google Shape;434;p60"/>
          <p:cNvPicPr preferRelativeResize="0"/>
          <p:nvPr/>
        </p:nvPicPr>
        <p:blipFill rotWithShape="1">
          <a:blip r:embed="rId4">
            <a:alphaModFix/>
          </a:blip>
          <a:srcRect b="0" l="0" r="0" t="0"/>
          <a:stretch/>
        </p:blipFill>
        <p:spPr>
          <a:xfrm>
            <a:off x="22940988" y="12140769"/>
            <a:ext cx="755183" cy="989289"/>
          </a:xfrm>
          <a:prstGeom prst="rect">
            <a:avLst/>
          </a:prstGeom>
          <a:noFill/>
          <a:ln>
            <a:noFill/>
          </a:ln>
        </p:spPr>
      </p:pic>
      <p:pic>
        <p:nvPicPr>
          <p:cNvPr descr="Image Gallery" id="435" name="Google Shape;435;p60"/>
          <p:cNvPicPr preferRelativeResize="0"/>
          <p:nvPr/>
        </p:nvPicPr>
        <p:blipFill rotWithShape="1">
          <a:blip r:embed="rId5">
            <a:alphaModFix/>
          </a:blip>
          <a:srcRect b="0" l="0" r="0" t="0"/>
          <a:stretch/>
        </p:blipFill>
        <p:spPr>
          <a:xfrm>
            <a:off x="13213419" y="1832866"/>
            <a:ext cx="9284227" cy="9720068"/>
          </a:xfrm>
          <a:prstGeom prst="rect">
            <a:avLst/>
          </a:prstGeom>
          <a:noFill/>
          <a:ln>
            <a:noFill/>
          </a:ln>
        </p:spPr>
      </p:pic>
      <p:sp>
        <p:nvSpPr>
          <p:cNvPr id="436" name="Google Shape;436;p60"/>
          <p:cNvSpPr txBox="1"/>
          <p:nvPr/>
        </p:nvSpPr>
        <p:spPr>
          <a:xfrm>
            <a:off x="14511030" y="4051300"/>
            <a:ext cx="6227700" cy="25653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FFFFFF"/>
              </a:buClr>
              <a:buSzPts val="10000"/>
              <a:buFont typeface="Helvetica Neue"/>
              <a:buNone/>
            </a:pPr>
            <a:r>
              <a:rPr lang="en-US" sz="10000">
                <a:solidFill>
                  <a:srgbClr val="FFFFFF"/>
                </a:solidFill>
                <a:latin typeface="Helvetica Neue"/>
                <a:ea typeface="Helvetica Neue"/>
                <a:cs typeface="Helvetica Neue"/>
                <a:sym typeface="Helvetica Neue"/>
              </a:rPr>
              <a:t>Title Slide Right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40" name="Shape 440"/>
        <p:cNvGrpSpPr/>
        <p:nvPr/>
      </p:nvGrpSpPr>
      <p:grpSpPr>
        <a:xfrm>
          <a:off x="0" y="0"/>
          <a:ext cx="0" cy="0"/>
          <a:chOff x="0" y="0"/>
          <a:chExt cx="0" cy="0"/>
        </a:xfrm>
      </p:grpSpPr>
      <p:pic>
        <p:nvPicPr>
          <p:cNvPr descr="dries.jpeg" id="441" name="Google Shape;441;p61"/>
          <p:cNvPicPr preferRelativeResize="0"/>
          <p:nvPr/>
        </p:nvPicPr>
        <p:blipFill rotWithShape="1">
          <a:blip r:embed="rId3">
            <a:alphaModFix/>
          </a:blip>
          <a:srcRect b="796" l="2759" r="203" t="796"/>
          <a:stretch/>
        </p:blipFill>
        <p:spPr>
          <a:xfrm>
            <a:off x="1719829" y="3235324"/>
            <a:ext cx="10227060" cy="6914376"/>
          </a:xfrm>
          <a:custGeom>
            <a:rect b="b" l="l" r="r" t="t"/>
            <a:pathLst>
              <a:path extrusionOk="0" h="21600" w="21600">
                <a:moveTo>
                  <a:pt x="891" y="0"/>
                </a:moveTo>
                <a:cubicBezTo>
                  <a:pt x="630" y="0"/>
                  <a:pt x="473" y="0"/>
                  <a:pt x="368" y="65"/>
                </a:cubicBezTo>
                <a:cubicBezTo>
                  <a:pt x="217" y="146"/>
                  <a:pt x="99" y="321"/>
                  <a:pt x="44" y="544"/>
                </a:cubicBezTo>
                <a:cubicBezTo>
                  <a:pt x="0" y="699"/>
                  <a:pt x="0" y="931"/>
                  <a:pt x="0" y="1318"/>
                </a:cubicBezTo>
                <a:lnTo>
                  <a:pt x="0" y="20282"/>
                </a:lnTo>
                <a:cubicBezTo>
                  <a:pt x="0" y="20669"/>
                  <a:pt x="0" y="20901"/>
                  <a:pt x="44" y="21056"/>
                </a:cubicBezTo>
                <a:cubicBezTo>
                  <a:pt x="99" y="21279"/>
                  <a:pt x="217" y="21454"/>
                  <a:pt x="368" y="21535"/>
                </a:cubicBezTo>
                <a:cubicBezTo>
                  <a:pt x="473" y="21600"/>
                  <a:pt x="630" y="21600"/>
                  <a:pt x="891" y="21600"/>
                </a:cubicBezTo>
                <a:lnTo>
                  <a:pt x="20709" y="21600"/>
                </a:lnTo>
                <a:cubicBezTo>
                  <a:pt x="20970" y="21600"/>
                  <a:pt x="21127" y="21600"/>
                  <a:pt x="21232" y="21535"/>
                </a:cubicBezTo>
                <a:cubicBezTo>
                  <a:pt x="21383" y="21454"/>
                  <a:pt x="21501" y="21279"/>
                  <a:pt x="21556" y="21056"/>
                </a:cubicBezTo>
                <a:cubicBezTo>
                  <a:pt x="21600" y="20901"/>
                  <a:pt x="21600" y="20669"/>
                  <a:pt x="21600" y="20282"/>
                </a:cubicBezTo>
                <a:lnTo>
                  <a:pt x="21600" y="1318"/>
                </a:lnTo>
                <a:cubicBezTo>
                  <a:pt x="21600" y="931"/>
                  <a:pt x="21600" y="699"/>
                  <a:pt x="21556" y="544"/>
                </a:cubicBezTo>
                <a:cubicBezTo>
                  <a:pt x="21501" y="321"/>
                  <a:pt x="21383" y="146"/>
                  <a:pt x="21232" y="65"/>
                </a:cubicBezTo>
                <a:cubicBezTo>
                  <a:pt x="21127" y="0"/>
                  <a:pt x="20970" y="0"/>
                  <a:pt x="20709" y="0"/>
                </a:cubicBezTo>
                <a:lnTo>
                  <a:pt x="891" y="0"/>
                </a:lnTo>
                <a:close/>
              </a:path>
            </a:pathLst>
          </a:custGeom>
          <a:noFill/>
          <a:ln>
            <a:noFill/>
          </a:ln>
        </p:spPr>
      </p:pic>
      <p:pic>
        <p:nvPicPr>
          <p:cNvPr descr="Google Shape;170;p32" id="442" name="Google Shape;442;p61"/>
          <p:cNvPicPr preferRelativeResize="0"/>
          <p:nvPr/>
        </p:nvPicPr>
        <p:blipFill rotWithShape="1">
          <a:blip r:embed="rId4">
            <a:alphaModFix/>
          </a:blip>
          <a:srcRect b="0" l="0" r="0" t="0"/>
          <a:stretch/>
        </p:blipFill>
        <p:spPr>
          <a:xfrm>
            <a:off x="1562724" y="2956545"/>
            <a:ext cx="10805597" cy="7802909"/>
          </a:xfrm>
          <a:prstGeom prst="rect">
            <a:avLst/>
          </a:prstGeom>
          <a:noFill/>
          <a:ln>
            <a:noFill/>
          </a:ln>
        </p:spPr>
      </p:pic>
      <p:pic>
        <p:nvPicPr>
          <p:cNvPr descr="Google Shape;169;p32" id="443" name="Google Shape;443;p61"/>
          <p:cNvPicPr preferRelativeResize="0"/>
          <p:nvPr/>
        </p:nvPicPr>
        <p:blipFill rotWithShape="1">
          <a:blip r:embed="rId5">
            <a:alphaModFix/>
          </a:blip>
          <a:srcRect b="0" l="0" r="0" t="0"/>
          <a:stretch/>
        </p:blipFill>
        <p:spPr>
          <a:xfrm>
            <a:off x="22940988" y="12140769"/>
            <a:ext cx="755183" cy="989289"/>
          </a:xfrm>
          <a:prstGeom prst="rect">
            <a:avLst/>
          </a:prstGeom>
          <a:noFill/>
          <a:ln>
            <a:noFill/>
          </a:ln>
        </p:spPr>
      </p:pic>
      <p:sp>
        <p:nvSpPr>
          <p:cNvPr id="444" name="Google Shape;444;p61"/>
          <p:cNvSpPr txBox="1"/>
          <p:nvPr>
            <p:ph type="title"/>
          </p:nvPr>
        </p:nvSpPr>
        <p:spPr>
          <a:xfrm>
            <a:off x="13383450" y="2111525"/>
            <a:ext cx="9011100" cy="2286000"/>
          </a:xfrm>
          <a:prstGeom prst="rect">
            <a:avLst/>
          </a:prstGeom>
          <a:noFill/>
          <a:ln>
            <a:noFill/>
          </a:ln>
        </p:spPr>
        <p:txBody>
          <a:bodyPr anchorCtr="0" anchor="ctr" bIns="50800" lIns="50800" spcFirstLastPara="1" rIns="50800" wrap="square" tIns="50800">
            <a:normAutofit/>
          </a:bodyPr>
          <a:lstStyle/>
          <a:p>
            <a:r>
              <a:t>Built for Scale</a:t>
            </a:r>
          </a:p>
        </p:txBody>
      </p:sp>
      <p:sp>
        <p:nvSpPr>
          <p:cNvPr id="445" name="Google Shape;445;p61"/>
          <p:cNvSpPr txBox="1"/>
          <p:nvPr>
            <p:ph idx="1" type="body"/>
          </p:nvPr>
        </p:nvSpPr>
        <p:spPr>
          <a:xfrm>
            <a:off x="13383450" y="4528100"/>
            <a:ext cx="9011100" cy="7536600"/>
          </a:xfrm>
          <a:prstGeom prst="rect">
            <a:avLst/>
          </a:prstGeom>
          <a:noFill/>
          <a:ln>
            <a:noFill/>
          </a:ln>
        </p:spPr>
        <p:txBody>
          <a:bodyPr anchorCtr="0" anchor="t" bIns="50800" lIns="50800" spcFirstLastPara="1" rIns="50800" wrap="square" tIns="50800">
            <a:normAutofit/>
          </a:bodyPr>
          <a:lstStyle/>
          <a:p>
            <a:r>
              <a:t>From a single site to thousands of properties, Drupal scales with your business.</a:t>
            </a:r>
          </a:p>
          <a:p/>
          <a:p>
            <a:r>
              <a:t>• Handle traffic spikes effortlessly</a:t>
            </a:r>
          </a:p>
          <a:p>
            <a:r>
              <a:t>• Multi-site management built-in</a:t>
            </a:r>
          </a:p>
          <a:p>
            <a:r>
              <a:t>• Cloud-native architecture support</a:t>
            </a:r>
          </a:p>
          <a:p>
            <a:r>
              <a:t>• Performance optimization tools</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9CDE"/>
        </a:solidFill>
      </p:bgPr>
    </p:bg>
    <p:spTree>
      <p:nvGrpSpPr>
        <p:cNvPr id="449" name="Shape 449"/>
        <p:cNvGrpSpPr/>
        <p:nvPr/>
      </p:nvGrpSpPr>
      <p:grpSpPr>
        <a:xfrm>
          <a:off x="0" y="0"/>
          <a:ext cx="0" cy="0"/>
          <a:chOff x="0" y="0"/>
          <a:chExt cx="0" cy="0"/>
        </a:xfrm>
      </p:grpSpPr>
      <p:pic>
        <p:nvPicPr>
          <p:cNvPr descr="dries.jpeg" id="450" name="Google Shape;450;p62"/>
          <p:cNvPicPr preferRelativeResize="0"/>
          <p:nvPr/>
        </p:nvPicPr>
        <p:blipFill rotWithShape="1">
          <a:blip r:embed="rId3">
            <a:alphaModFix/>
          </a:blip>
          <a:srcRect b="797" l="2755" r="203" t="797"/>
          <a:stretch/>
        </p:blipFill>
        <p:spPr>
          <a:xfrm>
            <a:off x="12292504" y="3104749"/>
            <a:ext cx="10227060" cy="6914376"/>
          </a:xfrm>
          <a:custGeom>
            <a:rect b="b" l="l" r="r" t="t"/>
            <a:pathLst>
              <a:path extrusionOk="0" h="21600" w="21600">
                <a:moveTo>
                  <a:pt x="891" y="0"/>
                </a:moveTo>
                <a:cubicBezTo>
                  <a:pt x="630" y="0"/>
                  <a:pt x="473" y="0"/>
                  <a:pt x="368" y="65"/>
                </a:cubicBezTo>
                <a:cubicBezTo>
                  <a:pt x="217" y="146"/>
                  <a:pt x="99" y="321"/>
                  <a:pt x="44" y="544"/>
                </a:cubicBezTo>
                <a:cubicBezTo>
                  <a:pt x="0" y="699"/>
                  <a:pt x="0" y="931"/>
                  <a:pt x="0" y="1318"/>
                </a:cubicBezTo>
                <a:lnTo>
                  <a:pt x="0" y="20282"/>
                </a:lnTo>
                <a:cubicBezTo>
                  <a:pt x="0" y="20669"/>
                  <a:pt x="0" y="20901"/>
                  <a:pt x="44" y="21056"/>
                </a:cubicBezTo>
                <a:cubicBezTo>
                  <a:pt x="99" y="21279"/>
                  <a:pt x="217" y="21454"/>
                  <a:pt x="368" y="21535"/>
                </a:cubicBezTo>
                <a:cubicBezTo>
                  <a:pt x="473" y="21600"/>
                  <a:pt x="630" y="21600"/>
                  <a:pt x="891" y="21600"/>
                </a:cubicBezTo>
                <a:lnTo>
                  <a:pt x="20709" y="21600"/>
                </a:lnTo>
                <a:cubicBezTo>
                  <a:pt x="20970" y="21600"/>
                  <a:pt x="21127" y="21600"/>
                  <a:pt x="21232" y="21535"/>
                </a:cubicBezTo>
                <a:cubicBezTo>
                  <a:pt x="21383" y="21454"/>
                  <a:pt x="21501" y="21279"/>
                  <a:pt x="21556" y="21056"/>
                </a:cubicBezTo>
                <a:cubicBezTo>
                  <a:pt x="21600" y="20901"/>
                  <a:pt x="21600" y="20669"/>
                  <a:pt x="21600" y="20282"/>
                </a:cubicBezTo>
                <a:lnTo>
                  <a:pt x="21600" y="1318"/>
                </a:lnTo>
                <a:cubicBezTo>
                  <a:pt x="21600" y="931"/>
                  <a:pt x="21600" y="699"/>
                  <a:pt x="21556" y="544"/>
                </a:cubicBezTo>
                <a:cubicBezTo>
                  <a:pt x="21501" y="321"/>
                  <a:pt x="21383" y="146"/>
                  <a:pt x="21232" y="65"/>
                </a:cubicBezTo>
                <a:cubicBezTo>
                  <a:pt x="21127" y="0"/>
                  <a:pt x="20970" y="0"/>
                  <a:pt x="20709" y="0"/>
                </a:cubicBezTo>
                <a:lnTo>
                  <a:pt x="891" y="0"/>
                </a:lnTo>
                <a:close/>
              </a:path>
            </a:pathLst>
          </a:custGeom>
          <a:noFill/>
          <a:ln>
            <a:noFill/>
          </a:ln>
        </p:spPr>
      </p:pic>
      <p:pic>
        <p:nvPicPr>
          <p:cNvPr descr="Google Shape;170;p32" id="451" name="Google Shape;451;p62"/>
          <p:cNvPicPr preferRelativeResize="0"/>
          <p:nvPr/>
        </p:nvPicPr>
        <p:blipFill rotWithShape="1">
          <a:blip r:embed="rId4">
            <a:alphaModFix/>
          </a:blip>
          <a:srcRect b="0" l="0" r="0" t="0"/>
          <a:stretch/>
        </p:blipFill>
        <p:spPr>
          <a:xfrm>
            <a:off x="12135399" y="2825970"/>
            <a:ext cx="10805597" cy="7802909"/>
          </a:xfrm>
          <a:prstGeom prst="rect">
            <a:avLst/>
          </a:prstGeom>
          <a:noFill/>
          <a:ln>
            <a:noFill/>
          </a:ln>
        </p:spPr>
      </p:pic>
      <p:pic>
        <p:nvPicPr>
          <p:cNvPr descr="Google Shape;169;p32" id="452" name="Google Shape;452;p62"/>
          <p:cNvPicPr preferRelativeResize="0"/>
          <p:nvPr/>
        </p:nvPicPr>
        <p:blipFill rotWithShape="1">
          <a:blip r:embed="rId5">
            <a:alphaModFix/>
          </a:blip>
          <a:srcRect b="0" l="0" r="0" t="0"/>
          <a:stretch/>
        </p:blipFill>
        <p:spPr>
          <a:xfrm>
            <a:off x="22940988" y="12140769"/>
            <a:ext cx="755183" cy="989289"/>
          </a:xfrm>
          <a:prstGeom prst="rect">
            <a:avLst/>
          </a:prstGeom>
          <a:noFill/>
          <a:ln>
            <a:noFill/>
          </a:ln>
        </p:spPr>
      </p:pic>
      <p:sp>
        <p:nvSpPr>
          <p:cNvPr id="453" name="Google Shape;453;p62"/>
          <p:cNvSpPr txBox="1"/>
          <p:nvPr>
            <p:ph type="title"/>
          </p:nvPr>
        </p:nvSpPr>
        <p:spPr>
          <a:xfrm>
            <a:off x="1925900" y="2187600"/>
            <a:ext cx="9011100" cy="2286000"/>
          </a:xfrm>
          <a:prstGeom prst="rect">
            <a:avLst/>
          </a:prstGeom>
          <a:noFill/>
          <a:ln>
            <a:noFill/>
          </a:ln>
        </p:spPr>
        <p:txBody>
          <a:bodyPr anchorCtr="0" anchor="ctr" bIns="50800" lIns="50800" spcFirstLastPara="1" rIns="50800" wrap="square" tIns="50800">
            <a:normAutofit fontScale="90000"/>
          </a:bodyPr>
          <a:lstStyle/>
          <a:p>
            <a:pPr indent="0" lvl="0" marL="0" marR="0" rtl="0" algn="l">
              <a:lnSpc>
                <a:spcPct val="100000"/>
              </a:lnSpc>
              <a:spcBef>
                <a:spcPts val="0"/>
              </a:spcBef>
              <a:spcAft>
                <a:spcPts val="0"/>
              </a:spcAft>
              <a:buClr>
                <a:srgbClr val="FFFFFF"/>
              </a:buClr>
              <a:buSzPct val="100000"/>
              <a:buFont typeface="Helvetica Neue"/>
              <a:buNone/>
            </a:pPr>
            <a:r>
              <a:rPr b="1" lang="en-US" sz="8400">
                <a:latin typeface="Noto Sans"/>
                <a:ea typeface="Noto Sans"/>
                <a:cs typeface="Noto Sans"/>
                <a:sym typeface="Noto Sans"/>
              </a:rPr>
              <a:t>Community is in our DNA</a:t>
            </a:r>
            <a:endParaRPr b="1" sz="8400">
              <a:latin typeface="Noto Sans"/>
              <a:ea typeface="Noto Sans"/>
              <a:cs typeface="Noto Sans"/>
              <a:sym typeface="Noto Sans"/>
            </a:endParaRPr>
          </a:p>
        </p:txBody>
      </p:sp>
      <p:sp>
        <p:nvSpPr>
          <p:cNvPr id="454" name="Google Shape;454;p62"/>
          <p:cNvSpPr txBox="1"/>
          <p:nvPr>
            <p:ph idx="1" type="body"/>
          </p:nvPr>
        </p:nvSpPr>
        <p:spPr>
          <a:xfrm>
            <a:off x="1925900" y="4604175"/>
            <a:ext cx="9011100" cy="7536600"/>
          </a:xfrm>
          <a:prstGeom prst="rect">
            <a:avLst/>
          </a:prstGeom>
          <a:noFill/>
          <a:ln>
            <a:noFill/>
          </a:ln>
        </p:spPr>
        <p:txBody>
          <a:bodyPr anchorCtr="0" anchor="t" bIns="50800" lIns="50800" spcFirstLastPara="1" rIns="50800" wrap="square" tIns="50800">
            <a:normAutofit lnSpcReduction="20000"/>
          </a:bodyPr>
          <a:lstStyle/>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Drupal is built by a global community of many of the world’s best developers constantly reviewing code, making it the most secure web platform available.</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chemeClr val="dk1"/>
              </a:solidFill>
              <a:latin typeface="Open Sans"/>
              <a:ea typeface="Open Sans"/>
              <a:cs typeface="Open Sans"/>
              <a:sym typeface="Open Sans"/>
            </a:endParaRPr>
          </a:p>
          <a:p>
            <a:pPr indent="-457200" lvl="0" marL="457200" rtl="0" algn="l">
              <a:lnSpc>
                <a:spcPct val="115000"/>
              </a:lnSpc>
              <a:spcBef>
                <a:spcPts val="0"/>
              </a:spcBef>
              <a:spcAft>
                <a:spcPts val="0"/>
              </a:spcAft>
              <a:buClr>
                <a:schemeClr val="dk1"/>
              </a:buClr>
              <a:buSzPts val="3600"/>
              <a:buFont typeface="Open Sans"/>
              <a:buChar char="•"/>
            </a:pPr>
            <a:r>
              <a:rPr lang="en-US" sz="3600">
                <a:solidFill>
                  <a:schemeClr val="dk1"/>
                </a:solidFill>
                <a:latin typeface="Open Sans"/>
                <a:ea typeface="Open Sans"/>
                <a:cs typeface="Open Sans"/>
                <a:sym typeface="Open Sans"/>
              </a:rPr>
              <a:t>Community drives innovation </a:t>
            </a:r>
            <a:endParaRPr sz="3600">
              <a:solidFill>
                <a:schemeClr val="dk1"/>
              </a:solidFill>
              <a:latin typeface="Open Sans"/>
              <a:ea typeface="Open Sans"/>
              <a:cs typeface="Open Sans"/>
              <a:sym typeface="Open Sans"/>
            </a:endParaRPr>
          </a:p>
          <a:p>
            <a:pPr indent="-457200" lvl="0" marL="457200" rtl="0" algn="l">
              <a:lnSpc>
                <a:spcPct val="115000"/>
              </a:lnSpc>
              <a:spcBef>
                <a:spcPts val="1000"/>
              </a:spcBef>
              <a:spcAft>
                <a:spcPts val="0"/>
              </a:spcAft>
              <a:buClr>
                <a:schemeClr val="dk1"/>
              </a:buClr>
              <a:buSzPts val="3600"/>
              <a:buFont typeface="Open Sans"/>
              <a:buChar char="•"/>
            </a:pPr>
            <a:r>
              <a:rPr lang="en-US" sz="3600">
                <a:solidFill>
                  <a:schemeClr val="dk1"/>
                </a:solidFill>
                <a:latin typeface="Open Sans"/>
                <a:ea typeface="Open Sans"/>
                <a:cs typeface="Open Sans"/>
                <a:sym typeface="Open Sans"/>
              </a:rPr>
              <a:t>Open source means you maintain ownership of your codebase and data</a:t>
            </a:r>
            <a:endParaRPr sz="3600">
              <a:solidFill>
                <a:schemeClr val="dk1"/>
              </a:solidFill>
              <a:latin typeface="Open Sans"/>
              <a:ea typeface="Open Sans"/>
              <a:cs typeface="Open Sans"/>
              <a:sym typeface="Open Sans"/>
            </a:endParaRPr>
          </a:p>
          <a:p>
            <a:pPr indent="-457200" lvl="0" marL="457200" rtl="0" algn="l">
              <a:lnSpc>
                <a:spcPct val="115000"/>
              </a:lnSpc>
              <a:spcBef>
                <a:spcPts val="1000"/>
              </a:spcBef>
              <a:spcAft>
                <a:spcPts val="0"/>
              </a:spcAft>
              <a:buClr>
                <a:schemeClr val="dk1"/>
              </a:buClr>
              <a:buSzPts val="3600"/>
              <a:buFont typeface="Open Sans"/>
              <a:buChar char="•"/>
            </a:pPr>
            <a:r>
              <a:rPr lang="en-US" sz="3600">
                <a:solidFill>
                  <a:schemeClr val="dk1"/>
                </a:solidFill>
                <a:latin typeface="Open Sans"/>
                <a:ea typeface="Open Sans"/>
                <a:cs typeface="Open Sans"/>
                <a:sym typeface="Open Sans"/>
              </a:rPr>
              <a:t>Support is available from certified agency partners and a base of over 35k developers</a:t>
            </a:r>
            <a:endParaRPr sz="3600">
              <a:solidFill>
                <a:schemeClr val="dk1"/>
              </a:solidFill>
              <a:latin typeface="Open Sans"/>
              <a:ea typeface="Open Sans"/>
              <a:cs typeface="Open Sans"/>
              <a:sym typeface="Open Sans"/>
            </a:endParaRPr>
          </a:p>
          <a:p>
            <a:pPr indent="0" lvl="0" marL="0" rtl="0" algn="l">
              <a:lnSpc>
                <a:spcPct val="115000"/>
              </a:lnSpc>
              <a:spcBef>
                <a:spcPts val="1000"/>
              </a:spcBef>
              <a:spcAft>
                <a:spcPts val="0"/>
              </a:spcAft>
              <a:buNone/>
            </a:pPr>
            <a:r>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chemeClr val="dk1"/>
              </a:solidFill>
              <a:latin typeface="Open Sans"/>
              <a:ea typeface="Open Sans"/>
              <a:cs typeface="Open Sans"/>
              <a:sym typeface="Open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8" name="Shape 458"/>
        <p:cNvGrpSpPr/>
        <p:nvPr/>
      </p:nvGrpSpPr>
      <p:grpSpPr>
        <a:xfrm>
          <a:off x="0" y="0"/>
          <a:ext cx="0" cy="0"/>
          <a:chOff x="0" y="0"/>
          <a:chExt cx="0" cy="0"/>
        </a:xfrm>
      </p:grpSpPr>
      <p:sp>
        <p:nvSpPr>
          <p:cNvPr id="459" name="Google Shape;459;p63"/>
          <p:cNvSpPr txBox="1"/>
          <p:nvPr>
            <p:ph type="title"/>
          </p:nvPr>
        </p:nvSpPr>
        <p:spPr>
          <a:xfrm>
            <a:off x="1778000" y="4528109"/>
            <a:ext cx="20828000" cy="2780182"/>
          </a:xfrm>
          <a:prstGeom prst="rect">
            <a:avLst/>
          </a:prstGeom>
          <a:noFill/>
          <a:ln>
            <a:noFill/>
          </a:ln>
        </p:spPr>
        <p:txBody>
          <a:bodyPr anchorCtr="0" anchor="b" bIns="50800" lIns="50800" spcFirstLastPara="1" rIns="50800" wrap="square" tIns="50800">
            <a:normAutofit/>
          </a:bodyPr>
          <a:lstStyle/>
          <a:p>
            <a:r>
              <a:t>Why Organizations Choose Drupal</a:t>
            </a:r>
          </a:p>
        </p:txBody>
      </p:sp>
      <p:pic>
        <p:nvPicPr>
          <p:cNvPr descr="blue slide.png" id="460" name="Google Shape;460;p63"/>
          <p:cNvPicPr preferRelativeResize="0"/>
          <p:nvPr/>
        </p:nvPicPr>
        <p:blipFill rotWithShape="1">
          <a:blip r:embed="rId3">
            <a:alphaModFix/>
          </a:blip>
          <a:srcRect b="0" l="0" r="0" t="0"/>
          <a:stretch/>
        </p:blipFill>
        <p:spPr>
          <a:xfrm>
            <a:off x="-50825" y="-57418"/>
            <a:ext cx="24383999" cy="13773418"/>
          </a:xfrm>
          <a:prstGeom prst="rect">
            <a:avLst/>
          </a:prstGeom>
          <a:noFill/>
          <a:ln>
            <a:noFill/>
          </a:ln>
        </p:spPr>
      </p:pic>
      <p:sp>
        <p:nvSpPr>
          <p:cNvPr id="461" name="Google Shape;461;p63"/>
          <p:cNvSpPr txBox="1"/>
          <p:nvPr/>
        </p:nvSpPr>
        <p:spPr>
          <a:xfrm>
            <a:off x="2784805" y="5594350"/>
            <a:ext cx="16833600" cy="1321800"/>
          </a:xfrm>
          <a:prstGeom prst="rect">
            <a:avLst/>
          </a:prstGeom>
          <a:noFill/>
          <a:ln>
            <a:noFill/>
          </a:ln>
        </p:spPr>
        <p:txBody>
          <a:bodyPr anchorCtr="0" anchor="ctr" bIns="50800" lIns="50800" spcFirstLastPara="1" rIns="50800" wrap="square" tIns="50800">
            <a:spAutoFit/>
          </a:bodyPr>
          <a:lstStyle/>
          <a:p>
            <a:pPr indent="0" lvl="0" marL="0" marR="0" rtl="0" algn="l">
              <a:lnSpc>
                <a:spcPct val="80000"/>
              </a:lnSpc>
              <a:spcBef>
                <a:spcPts val="0"/>
              </a:spcBef>
              <a:spcAft>
                <a:spcPts val="0"/>
              </a:spcAft>
              <a:buClr>
                <a:srgbClr val="162C63"/>
              </a:buClr>
              <a:buSzPts val="9900"/>
              <a:buFont typeface="Helvetica Neue"/>
              <a:buNone/>
            </a:pPr>
            <a:r>
              <a:rPr b="1" lang="en-US" sz="9900">
                <a:solidFill>
                  <a:srgbClr val="162C63"/>
                </a:solidFill>
                <a:latin typeface="Helvetica Neue"/>
                <a:ea typeface="Helvetica Neue"/>
                <a:cs typeface="Helvetica Neue"/>
                <a:sym typeface="Helvetica Neue"/>
              </a:rPr>
              <a:t>Sub Title Slide</a:t>
            </a:r>
            <a:endParaRPr/>
          </a:p>
        </p:txBody>
      </p:sp>
      <p:pic>
        <p:nvPicPr>
          <p:cNvPr descr="Google Shape;169;p32" id="462" name="Google Shape;462;p63"/>
          <p:cNvPicPr preferRelativeResize="0"/>
          <p:nvPr/>
        </p:nvPicPr>
        <p:blipFill rotWithShape="1">
          <a:blip r:embed="rId4">
            <a:alphaModFix/>
          </a:blip>
          <a:srcRect b="0" l="0" r="0" t="0"/>
          <a:stretch/>
        </p:blipFill>
        <p:spPr>
          <a:xfrm>
            <a:off x="22864788" y="12064569"/>
            <a:ext cx="755183" cy="98928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62C63"/>
        </a:solidFill>
      </p:bgPr>
    </p:bg>
    <p:spTree>
      <p:nvGrpSpPr>
        <p:cNvPr id="466" name="Shape 466"/>
        <p:cNvGrpSpPr/>
        <p:nvPr/>
      </p:nvGrpSpPr>
      <p:grpSpPr>
        <a:xfrm>
          <a:off x="0" y="0"/>
          <a:ext cx="0" cy="0"/>
          <a:chOff x="0" y="0"/>
          <a:chExt cx="0" cy="0"/>
        </a:xfrm>
      </p:grpSpPr>
      <p:pic>
        <p:nvPicPr>
          <p:cNvPr descr="Google Shape;120;p28" id="467" name="Google Shape;467;p64"/>
          <p:cNvPicPr preferRelativeResize="0"/>
          <p:nvPr/>
        </p:nvPicPr>
        <p:blipFill rotWithShape="1">
          <a:blip r:embed="rId3">
            <a:alphaModFix/>
          </a:blip>
          <a:srcRect b="0" l="0" r="0" t="0"/>
          <a:stretch/>
        </p:blipFill>
        <p:spPr>
          <a:xfrm>
            <a:off x="791101" y="1322212"/>
            <a:ext cx="22801800" cy="11071577"/>
          </a:xfrm>
          <a:prstGeom prst="rect">
            <a:avLst/>
          </a:prstGeom>
          <a:noFill/>
          <a:ln>
            <a:noFill/>
          </a:ln>
        </p:spPr>
      </p:pic>
      <p:sp>
        <p:nvSpPr>
          <p:cNvPr id="468" name="Google Shape;468;p64"/>
          <p:cNvSpPr txBox="1"/>
          <p:nvPr>
            <p:ph type="title"/>
          </p:nvPr>
        </p:nvSpPr>
        <p:spPr>
          <a:xfrm>
            <a:off x="3333172" y="2848669"/>
            <a:ext cx="16032000" cy="80187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10752"/>
              <a:buFont typeface="Helvetica Neue"/>
              <a:buNone/>
            </a:pPr>
            <a:r>
              <a:rPr lang="en-US" sz="10752"/>
              <a:t>Quote or Short Text</a:t>
            </a:r>
            <a:endParaRPr/>
          </a:p>
        </p:txBody>
      </p:sp>
      <p:pic>
        <p:nvPicPr>
          <p:cNvPr descr="Google Shape;169;p32" id="469" name="Google Shape;469;p64"/>
          <p:cNvPicPr preferRelativeResize="0"/>
          <p:nvPr/>
        </p:nvPicPr>
        <p:blipFill rotWithShape="1">
          <a:blip r:embed="rId4">
            <a:alphaModFix/>
          </a:blip>
          <a:srcRect b="0" l="0" r="0" t="0"/>
          <a:stretch/>
        </p:blipFill>
        <p:spPr>
          <a:xfrm>
            <a:off x="22940988" y="12140769"/>
            <a:ext cx="755183" cy="98928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3" name="Shape 473"/>
        <p:cNvGrpSpPr/>
        <p:nvPr/>
      </p:nvGrpSpPr>
      <p:grpSpPr>
        <a:xfrm>
          <a:off x="0" y="0"/>
          <a:ext cx="0" cy="0"/>
          <a:chOff x="0" y="0"/>
          <a:chExt cx="0" cy="0"/>
        </a:xfrm>
      </p:grpSpPr>
      <p:sp>
        <p:nvSpPr>
          <p:cNvPr id="474" name="Google Shape;474;p65"/>
          <p:cNvSpPr txBox="1"/>
          <p:nvPr>
            <p:ph type="title"/>
          </p:nvPr>
        </p:nvSpPr>
        <p:spPr>
          <a:xfrm>
            <a:off x="1778000" y="4528109"/>
            <a:ext cx="20828100" cy="2780100"/>
          </a:xfrm>
          <a:prstGeom prst="rect">
            <a:avLst/>
          </a:prstGeom>
          <a:noFill/>
          <a:ln>
            <a:noFill/>
          </a:ln>
        </p:spPr>
        <p:txBody>
          <a:bodyPr anchorCtr="0" anchor="b" bIns="50800" lIns="50800" spcFirstLastPara="1" rIns="50800" wrap="square" tIns="50800">
            <a:normAutofit/>
          </a:bodyPr>
          <a:lstStyle/>
          <a:p>
            <a:pPr indent="0" lvl="0" marL="0" marR="0" rtl="0" algn="ctr">
              <a:lnSpc>
                <a:spcPct val="80000"/>
              </a:lnSpc>
              <a:spcBef>
                <a:spcPts val="0"/>
              </a:spcBef>
              <a:spcAft>
                <a:spcPts val="0"/>
              </a:spcAft>
              <a:buClr>
                <a:srgbClr val="FFFFFF"/>
              </a:buClr>
              <a:buSzPts val="7200"/>
              <a:buFont typeface="Helvetica Neue"/>
              <a:buNone/>
            </a:pPr>
            <a:r>
              <a:rPr lang="en-US" sz="7200"/>
              <a:t>Lets talk about the unicorn</a:t>
            </a:r>
            <a:endParaRPr/>
          </a:p>
        </p:txBody>
      </p:sp>
      <p:pic>
        <p:nvPicPr>
          <p:cNvPr descr="blue slide.png" id="475" name="Google Shape;475;p65"/>
          <p:cNvPicPr preferRelativeResize="0"/>
          <p:nvPr/>
        </p:nvPicPr>
        <p:blipFill rotWithShape="1">
          <a:blip r:embed="rId3">
            <a:alphaModFix/>
          </a:blip>
          <a:srcRect b="0" l="0" r="0" t="0"/>
          <a:stretch/>
        </p:blipFill>
        <p:spPr>
          <a:xfrm>
            <a:off x="-50825" y="-57418"/>
            <a:ext cx="24383999" cy="13773418"/>
          </a:xfrm>
          <a:prstGeom prst="rect">
            <a:avLst/>
          </a:prstGeom>
          <a:noFill/>
          <a:ln>
            <a:noFill/>
          </a:ln>
        </p:spPr>
      </p:pic>
      <p:pic>
        <p:nvPicPr>
          <p:cNvPr descr="Google Shape;169;p32" id="476" name="Google Shape;476;p65"/>
          <p:cNvPicPr preferRelativeResize="0"/>
          <p:nvPr/>
        </p:nvPicPr>
        <p:blipFill rotWithShape="1">
          <a:blip r:embed="rId4">
            <a:alphaModFix/>
          </a:blip>
          <a:srcRect b="0" l="0" r="0" t="0"/>
          <a:stretch/>
        </p:blipFill>
        <p:spPr>
          <a:xfrm>
            <a:off x="22864788" y="12064569"/>
            <a:ext cx="755183" cy="989289"/>
          </a:xfrm>
          <a:prstGeom prst="rect">
            <a:avLst/>
          </a:prstGeom>
          <a:noFill/>
          <a:ln>
            <a:noFill/>
          </a:ln>
        </p:spPr>
      </p:pic>
      <p:sp>
        <p:nvSpPr>
          <p:cNvPr id="477" name="Google Shape;477;p65"/>
          <p:cNvSpPr txBox="1"/>
          <p:nvPr>
            <p:ph type="title"/>
          </p:nvPr>
        </p:nvSpPr>
        <p:spPr>
          <a:xfrm>
            <a:off x="125615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t/>
            </a:r>
            <a:endParaRPr sz="8400"/>
          </a:p>
        </p:txBody>
      </p:sp>
      <p:sp>
        <p:nvSpPr>
          <p:cNvPr id="478" name="Google Shape;478;p65"/>
          <p:cNvSpPr txBox="1"/>
          <p:nvPr>
            <p:ph idx="1" type="body"/>
          </p:nvPr>
        </p:nvSpPr>
        <p:spPr>
          <a:xfrm>
            <a:off x="12561575" y="4528100"/>
            <a:ext cx="9833100" cy="7536600"/>
          </a:xfrm>
          <a:prstGeom prst="rect">
            <a:avLst/>
          </a:prstGeom>
          <a:noFill/>
          <a:ln>
            <a:noFill/>
          </a:ln>
        </p:spPr>
        <p:txBody>
          <a:bodyPr anchorCtr="0" anchor="t" bIns="50800" lIns="50800" spcFirstLastPara="1" rIns="50800" wrap="square" tIns="50800">
            <a:normAutofit/>
          </a:bodyPr>
          <a:lstStyle/>
          <a:p>
            <a:pPr indent="-482600" lvl="0" marL="457200" rtl="0" algn="l">
              <a:lnSpc>
                <a:spcPct val="115000"/>
              </a:lnSpc>
              <a:spcBef>
                <a:spcPts val="0"/>
              </a:spcBef>
              <a:spcAft>
                <a:spcPts val="0"/>
              </a:spcAft>
              <a:buSzPts val="4000"/>
              <a:buChar char="•"/>
            </a:pPr>
            <a:r>
              <a:rPr lang="en-US" sz="4000"/>
              <a:t>Bullet 1</a:t>
            </a:r>
            <a:endParaRPr sz="4000"/>
          </a:p>
          <a:p>
            <a:pPr indent="-482600" lvl="0" marL="457200" rtl="0" algn="l">
              <a:lnSpc>
                <a:spcPct val="115000"/>
              </a:lnSpc>
              <a:spcBef>
                <a:spcPts val="0"/>
              </a:spcBef>
              <a:spcAft>
                <a:spcPts val="0"/>
              </a:spcAft>
              <a:buSzPts val="4000"/>
              <a:buChar char="•"/>
            </a:pPr>
            <a:r>
              <a:rPr lang="en-US" sz="4000"/>
              <a:t>Bullet 2</a:t>
            </a:r>
            <a:endParaRPr sz="4000"/>
          </a:p>
          <a:p>
            <a:pPr indent="-482600" lvl="0" marL="457200" rtl="0" algn="l">
              <a:lnSpc>
                <a:spcPct val="115000"/>
              </a:lnSpc>
              <a:spcBef>
                <a:spcPts val="0"/>
              </a:spcBef>
              <a:spcAft>
                <a:spcPts val="0"/>
              </a:spcAft>
              <a:buSzPts val="4000"/>
              <a:buChar char="•"/>
            </a:pPr>
            <a:r>
              <a:rPr lang="en-US" sz="4000"/>
              <a:t>Bullet 3</a:t>
            </a:r>
            <a:endParaRPr sz="4000"/>
          </a:p>
          <a:p>
            <a:pPr indent="0" lvl="0" marL="0" rtl="0" algn="l">
              <a:lnSpc>
                <a:spcPct val="115000"/>
              </a:lnSpc>
              <a:spcBef>
                <a:spcPts val="0"/>
              </a:spcBef>
              <a:spcAft>
                <a:spcPts val="0"/>
              </a:spcAft>
              <a:buNone/>
            </a:pPr>
            <a:r>
              <a:t/>
            </a:r>
            <a:endParaRPr sz="4000"/>
          </a:p>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4000"/>
          </a:p>
        </p:txBody>
      </p:sp>
      <p:sp>
        <p:nvSpPr>
          <p:cNvPr id="479" name="Google Shape;479;p65"/>
          <p:cNvSpPr txBox="1"/>
          <p:nvPr>
            <p:ph type="title"/>
          </p:nvPr>
        </p:nvSpPr>
        <p:spPr>
          <a:xfrm>
            <a:off x="2030775" y="2111525"/>
            <a:ext cx="9833100" cy="2286000"/>
          </a:xfrm>
          <a:prstGeom prst="rect">
            <a:avLst/>
          </a:prstGeom>
          <a:noFill/>
          <a:ln>
            <a:noFill/>
          </a:ln>
        </p:spPr>
        <p:txBody>
          <a:bodyPr anchorCtr="0" anchor="ctr" bIns="50800" lIns="50800" spcFirstLastPara="1" rIns="50800" wrap="square" tIns="50800">
            <a:normAutofit/>
          </a:bodyPr>
          <a:lstStyle/>
          <a:p>
            <a:pPr indent="0" lvl="0" marL="0" rtl="0" algn="l">
              <a:spcBef>
                <a:spcPts val="0"/>
              </a:spcBef>
              <a:spcAft>
                <a:spcPts val="0"/>
              </a:spcAft>
              <a:buClr>
                <a:schemeClr val="dk1"/>
              </a:buClr>
              <a:buSzPts val="8400"/>
              <a:buFont typeface="Helvetica Neue"/>
              <a:buNone/>
            </a:pPr>
            <a:r>
              <a:rPr lang="en-US" sz="8400">
                <a:solidFill>
                  <a:schemeClr val="dk1"/>
                </a:solidFill>
              </a:rPr>
              <a:t>Two Column Title</a:t>
            </a:r>
            <a:endParaRPr/>
          </a:p>
        </p:txBody>
      </p:sp>
      <p:sp>
        <p:nvSpPr>
          <p:cNvPr id="480" name="Google Shape;480;p65"/>
          <p:cNvSpPr txBox="1"/>
          <p:nvPr>
            <p:ph idx="1" type="body"/>
          </p:nvPr>
        </p:nvSpPr>
        <p:spPr>
          <a:xfrm>
            <a:off x="2030775" y="4528100"/>
            <a:ext cx="9833100" cy="7536600"/>
          </a:xfrm>
          <a:prstGeom prst="rect">
            <a:avLst/>
          </a:prstGeom>
          <a:noFill/>
          <a:ln>
            <a:noFill/>
          </a:ln>
        </p:spPr>
        <p:txBody>
          <a:bodyPr anchorCtr="0" anchor="t" bIns="50800" lIns="50800" spcFirstLastPara="1" rIns="50800" wrap="square" tIns="50800">
            <a:noAutofit/>
          </a:bodyPr>
          <a:lstStyle/>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Vivamus imperdiet lectus sed lectus maximus, in scelerisque arcu iaculis. Nullam nec luctus ante, a convallis augue. Quisque turpis quam, viverra sit amet risus in, ultrices lobortis lacus.</a:t>
            </a:r>
            <a:endParaRPr sz="3600">
              <a:solidFill>
                <a:schemeClr val="dk1"/>
              </a:solidFill>
            </a:endParaRPr>
          </a:p>
          <a:p>
            <a:pPr indent="0" lvl="0" marL="0" rtl="0" algn="l">
              <a:lnSpc>
                <a:spcPct val="115000"/>
              </a:lnSpc>
              <a:spcBef>
                <a:spcPts val="0"/>
              </a:spcBef>
              <a:spcAft>
                <a:spcPts val="0"/>
              </a:spcAft>
              <a:buNone/>
            </a:pPr>
            <a:r>
              <a:t/>
            </a:r>
            <a:endParaRPr sz="3600">
              <a:solidFill>
                <a:schemeClr val="dk1"/>
              </a:solidFill>
            </a:endParaRPr>
          </a:p>
          <a:p>
            <a:pPr indent="0" lvl="0" marL="0" rtl="0" algn="l">
              <a:lnSpc>
                <a:spcPct val="115000"/>
              </a:lnSpc>
              <a:spcBef>
                <a:spcPts val="0"/>
              </a:spcBef>
              <a:spcAft>
                <a:spcPts val="0"/>
              </a:spcAft>
              <a:buNone/>
            </a:pPr>
            <a:r>
              <a:t/>
            </a:r>
            <a:endParaRPr sz="36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4" name="Shape 484"/>
        <p:cNvGrpSpPr/>
        <p:nvPr/>
      </p:nvGrpSpPr>
      <p:grpSpPr>
        <a:xfrm>
          <a:off x="0" y="0"/>
          <a:ext cx="0" cy="0"/>
          <a:chOff x="0" y="0"/>
          <a:chExt cx="0" cy="0"/>
        </a:xfrm>
      </p:grpSpPr>
      <p:sp>
        <p:nvSpPr>
          <p:cNvPr id="485" name="Google Shape;485;p66"/>
          <p:cNvSpPr txBox="1"/>
          <p:nvPr>
            <p:ph type="title"/>
          </p:nvPr>
        </p:nvSpPr>
        <p:spPr>
          <a:xfrm>
            <a:off x="1778000" y="4528109"/>
            <a:ext cx="20828100" cy="2780100"/>
          </a:xfrm>
          <a:prstGeom prst="rect">
            <a:avLst/>
          </a:prstGeom>
          <a:noFill/>
          <a:ln>
            <a:noFill/>
          </a:ln>
        </p:spPr>
        <p:txBody>
          <a:bodyPr anchorCtr="0" anchor="b" bIns="50800" lIns="50800" spcFirstLastPara="1" rIns="50800" wrap="square" tIns="50800">
            <a:normAutofit/>
          </a:bodyPr>
          <a:lstStyle/>
          <a:p>
            <a:pPr indent="0" lvl="0" marL="0" marR="0" rtl="0" algn="ctr">
              <a:lnSpc>
                <a:spcPct val="80000"/>
              </a:lnSpc>
              <a:spcBef>
                <a:spcPts val="0"/>
              </a:spcBef>
              <a:spcAft>
                <a:spcPts val="0"/>
              </a:spcAft>
              <a:buClr>
                <a:srgbClr val="FFFFFF"/>
              </a:buClr>
              <a:buSzPts val="7200"/>
              <a:buFont typeface="Helvetica Neue"/>
              <a:buNone/>
            </a:pPr>
            <a:r>
              <a:rPr lang="en-US" sz="7200"/>
              <a:t>Lets talk about the unicorn</a:t>
            </a:r>
            <a:endParaRPr/>
          </a:p>
        </p:txBody>
      </p:sp>
      <p:pic>
        <p:nvPicPr>
          <p:cNvPr descr="blue slide.png" id="486" name="Google Shape;486;p66"/>
          <p:cNvPicPr preferRelativeResize="0"/>
          <p:nvPr/>
        </p:nvPicPr>
        <p:blipFill rotWithShape="1">
          <a:blip r:embed="rId3">
            <a:alphaModFix/>
          </a:blip>
          <a:srcRect b="0" l="0" r="0" t="0"/>
          <a:stretch/>
        </p:blipFill>
        <p:spPr>
          <a:xfrm>
            <a:off x="-50825" y="-57418"/>
            <a:ext cx="24383999" cy="13773418"/>
          </a:xfrm>
          <a:prstGeom prst="rect">
            <a:avLst/>
          </a:prstGeom>
          <a:noFill/>
          <a:ln>
            <a:noFill/>
          </a:ln>
        </p:spPr>
      </p:pic>
      <p:pic>
        <p:nvPicPr>
          <p:cNvPr descr="Google Shape;169;p32" id="487" name="Google Shape;487;p66"/>
          <p:cNvPicPr preferRelativeResize="0"/>
          <p:nvPr/>
        </p:nvPicPr>
        <p:blipFill rotWithShape="1">
          <a:blip r:embed="rId4">
            <a:alphaModFix/>
          </a:blip>
          <a:srcRect b="0" l="0" r="0" t="0"/>
          <a:stretch/>
        </p:blipFill>
        <p:spPr>
          <a:xfrm>
            <a:off x="22864788" y="12064569"/>
            <a:ext cx="755183" cy="989289"/>
          </a:xfrm>
          <a:prstGeom prst="rect">
            <a:avLst/>
          </a:prstGeom>
          <a:noFill/>
          <a:ln>
            <a:noFill/>
          </a:ln>
        </p:spPr>
      </p:pic>
      <p:sp>
        <p:nvSpPr>
          <p:cNvPr id="488" name="Google Shape;488;p66"/>
          <p:cNvSpPr txBox="1"/>
          <p:nvPr>
            <p:ph type="title"/>
          </p:nvPr>
        </p:nvSpPr>
        <p:spPr>
          <a:xfrm>
            <a:off x="125615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t/>
            </a:r>
            <a:endParaRPr sz="8400">
              <a:solidFill>
                <a:srgbClr val="162C63"/>
              </a:solidFill>
            </a:endParaRPr>
          </a:p>
        </p:txBody>
      </p:sp>
      <p:sp>
        <p:nvSpPr>
          <p:cNvPr id="489" name="Google Shape;489;p66"/>
          <p:cNvSpPr txBox="1"/>
          <p:nvPr>
            <p:ph idx="1" type="body"/>
          </p:nvPr>
        </p:nvSpPr>
        <p:spPr>
          <a:xfrm>
            <a:off x="12561575" y="4528100"/>
            <a:ext cx="9833100" cy="7536600"/>
          </a:xfrm>
          <a:prstGeom prst="rect">
            <a:avLst/>
          </a:prstGeom>
          <a:noFill/>
          <a:ln>
            <a:noFill/>
          </a:ln>
        </p:spPr>
        <p:txBody>
          <a:bodyPr anchorCtr="0" anchor="t" bIns="50800" lIns="50800" spcFirstLastPara="1" rIns="50800" wrap="square" tIns="50800">
            <a:normAutofit/>
          </a:bodyPr>
          <a:lstStyle/>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1</a:t>
            </a:r>
            <a:endParaRPr sz="4000">
              <a:solidFill>
                <a:srgbClr val="162C63"/>
              </a:solidFill>
            </a:endParaRPr>
          </a:p>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2</a:t>
            </a:r>
            <a:endParaRPr sz="4000">
              <a:solidFill>
                <a:srgbClr val="162C63"/>
              </a:solidFill>
            </a:endParaRPr>
          </a:p>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3</a:t>
            </a:r>
            <a:endParaRPr sz="4000">
              <a:solidFill>
                <a:srgbClr val="162C63"/>
              </a:solidFill>
            </a:endParaRPr>
          </a:p>
          <a:p>
            <a:pPr indent="0" lvl="0" marL="0" rtl="0" algn="l">
              <a:lnSpc>
                <a:spcPct val="115000"/>
              </a:lnSpc>
              <a:spcBef>
                <a:spcPts val="0"/>
              </a:spcBef>
              <a:spcAft>
                <a:spcPts val="0"/>
              </a:spcAft>
              <a:buNone/>
            </a:pPr>
            <a:r>
              <a:t/>
            </a:r>
            <a:endParaRPr sz="4000">
              <a:solidFill>
                <a:srgbClr val="162C63"/>
              </a:solidFill>
            </a:endParaRPr>
          </a:p>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4000">
              <a:solidFill>
                <a:srgbClr val="162C63"/>
              </a:solidFill>
            </a:endParaRPr>
          </a:p>
        </p:txBody>
      </p:sp>
      <p:sp>
        <p:nvSpPr>
          <p:cNvPr id="490" name="Google Shape;490;p66"/>
          <p:cNvSpPr txBox="1"/>
          <p:nvPr>
            <p:ph type="title"/>
          </p:nvPr>
        </p:nvSpPr>
        <p:spPr>
          <a:xfrm>
            <a:off x="20307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solidFill>
                  <a:srgbClr val="162C63"/>
                </a:solidFill>
              </a:rPr>
              <a:t>Title</a:t>
            </a:r>
            <a:endParaRPr>
              <a:solidFill>
                <a:srgbClr val="162C63"/>
              </a:solidFill>
            </a:endParaRPr>
          </a:p>
        </p:txBody>
      </p:sp>
      <p:sp>
        <p:nvSpPr>
          <p:cNvPr id="491" name="Google Shape;491;p66"/>
          <p:cNvSpPr txBox="1"/>
          <p:nvPr>
            <p:ph idx="1" type="body"/>
          </p:nvPr>
        </p:nvSpPr>
        <p:spPr>
          <a:xfrm>
            <a:off x="2030775" y="4528100"/>
            <a:ext cx="9833100" cy="7536600"/>
          </a:xfrm>
          <a:prstGeom prst="rect">
            <a:avLst/>
          </a:prstGeom>
          <a:noFill/>
          <a:ln>
            <a:noFill/>
          </a:ln>
        </p:spPr>
        <p:txBody>
          <a:bodyPr anchorCtr="0" anchor="t" bIns="50800" lIns="50800" spcFirstLastPara="1" rIns="50800" wrap="square" tIns="50800">
            <a:normAutofit lnSpcReduction="20000"/>
          </a:bodyPr>
          <a:lstStyle/>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Vivamus imperdiet lectus sed lectus maximus, in scelerisque arcu iaculis. Nullam nec luctus ante, a convallis augue. Quisque turpis quam, viverra sit amet risus in, ultrices lobortis lacus.</a:t>
            </a:r>
            <a:endParaRPr sz="3600">
              <a:solidFill>
                <a:srgbClr val="162C63"/>
              </a:solidFill>
            </a:endParaRPr>
          </a:p>
          <a:p>
            <a:pPr indent="0" lvl="0" marL="0" rtl="0" algn="l">
              <a:lnSpc>
                <a:spcPct val="115000"/>
              </a:lnSpc>
              <a:spcBef>
                <a:spcPts val="0"/>
              </a:spcBef>
              <a:spcAft>
                <a:spcPts val="0"/>
              </a:spcAft>
              <a:buNone/>
            </a:pPr>
            <a:r>
              <a:t/>
            </a:r>
            <a:endParaRPr sz="3600">
              <a:solidFill>
                <a:srgbClr val="162C63"/>
              </a:solidFill>
            </a:endParaRPr>
          </a:p>
          <a:p>
            <a:pPr indent="0" lvl="0" marL="0" rtl="0" algn="l">
              <a:lnSpc>
                <a:spcPct val="115000"/>
              </a:lnSpc>
              <a:spcBef>
                <a:spcPts val="0"/>
              </a:spcBef>
              <a:spcAft>
                <a:spcPts val="0"/>
              </a:spcAft>
              <a:buNone/>
            </a:pPr>
            <a:r>
              <a:t/>
            </a:r>
            <a:endParaRPr sz="3600">
              <a:solidFill>
                <a:srgbClr val="162C63"/>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gradFill>
          <a:gsLst>
            <a:gs pos="0">
              <a:srgbClr val="CCBAF4"/>
            </a:gs>
            <a:gs pos="100000">
              <a:srgbClr val="009CDE"/>
            </a:gs>
          </a:gsLst>
          <a:lin ang="5400000" scaled="0"/>
        </a:gradFill>
      </p:bgPr>
    </p:bg>
    <p:spTree>
      <p:nvGrpSpPr>
        <p:cNvPr id="495" name="Shape 495"/>
        <p:cNvGrpSpPr/>
        <p:nvPr/>
      </p:nvGrpSpPr>
      <p:grpSpPr>
        <a:xfrm>
          <a:off x="0" y="0"/>
          <a:ext cx="0" cy="0"/>
          <a:chOff x="0" y="0"/>
          <a:chExt cx="0" cy="0"/>
        </a:xfrm>
      </p:grpSpPr>
      <p:pic>
        <p:nvPicPr>
          <p:cNvPr descr="Google Shape;169;p32" id="496" name="Google Shape;496;p67"/>
          <p:cNvPicPr preferRelativeResize="0"/>
          <p:nvPr/>
        </p:nvPicPr>
        <p:blipFill rotWithShape="1">
          <a:blip r:embed="rId3">
            <a:alphaModFix/>
          </a:blip>
          <a:srcRect b="0" l="0" r="0" t="0"/>
          <a:stretch/>
        </p:blipFill>
        <p:spPr>
          <a:xfrm>
            <a:off x="22940988" y="12140769"/>
            <a:ext cx="755183" cy="989289"/>
          </a:xfrm>
          <a:prstGeom prst="rect">
            <a:avLst/>
          </a:prstGeom>
          <a:noFill/>
          <a:ln>
            <a:noFill/>
          </a:ln>
        </p:spPr>
      </p:pic>
      <p:sp>
        <p:nvSpPr>
          <p:cNvPr id="497" name="Google Shape;497;p67"/>
          <p:cNvSpPr txBox="1"/>
          <p:nvPr>
            <p:ph type="title"/>
          </p:nvPr>
        </p:nvSpPr>
        <p:spPr>
          <a:xfrm>
            <a:off x="125615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t>Title if needed</a:t>
            </a:r>
            <a:endParaRPr sz="8400"/>
          </a:p>
        </p:txBody>
      </p:sp>
      <p:sp>
        <p:nvSpPr>
          <p:cNvPr id="498" name="Google Shape;498;p67"/>
          <p:cNvSpPr txBox="1"/>
          <p:nvPr>
            <p:ph idx="1" type="body"/>
          </p:nvPr>
        </p:nvSpPr>
        <p:spPr>
          <a:xfrm>
            <a:off x="12561575" y="4528100"/>
            <a:ext cx="9833100" cy="7536600"/>
          </a:xfrm>
          <a:prstGeom prst="rect">
            <a:avLst/>
          </a:prstGeom>
          <a:noFill/>
          <a:ln>
            <a:noFill/>
          </a:ln>
        </p:spPr>
        <p:txBody>
          <a:bodyPr anchorCtr="0" anchor="t" bIns="50800" lIns="50800" spcFirstLastPara="1" rIns="50800" wrap="square" tIns="50800">
            <a:normAutofit/>
          </a:bodyPr>
          <a:lstStyle/>
          <a:p>
            <a:pPr indent="-482600" lvl="0" marL="457200" rtl="0" algn="l">
              <a:lnSpc>
                <a:spcPct val="115000"/>
              </a:lnSpc>
              <a:spcBef>
                <a:spcPts val="0"/>
              </a:spcBef>
              <a:spcAft>
                <a:spcPts val="0"/>
              </a:spcAft>
              <a:buSzPts val="4000"/>
              <a:buChar char="•"/>
            </a:pPr>
            <a:r>
              <a:rPr lang="en-US" sz="4000"/>
              <a:t>Bullet 1</a:t>
            </a:r>
            <a:endParaRPr sz="4000"/>
          </a:p>
          <a:p>
            <a:pPr indent="-482600" lvl="0" marL="457200" rtl="0" algn="l">
              <a:lnSpc>
                <a:spcPct val="115000"/>
              </a:lnSpc>
              <a:spcBef>
                <a:spcPts val="0"/>
              </a:spcBef>
              <a:spcAft>
                <a:spcPts val="0"/>
              </a:spcAft>
              <a:buSzPts val="4000"/>
              <a:buChar char="•"/>
            </a:pPr>
            <a:r>
              <a:rPr lang="en-US" sz="4000"/>
              <a:t>Bullet 2</a:t>
            </a:r>
            <a:endParaRPr sz="4000"/>
          </a:p>
          <a:p>
            <a:pPr indent="-482600" lvl="0" marL="457200" rtl="0" algn="l">
              <a:lnSpc>
                <a:spcPct val="115000"/>
              </a:lnSpc>
              <a:spcBef>
                <a:spcPts val="0"/>
              </a:spcBef>
              <a:spcAft>
                <a:spcPts val="0"/>
              </a:spcAft>
              <a:buSzPts val="4000"/>
              <a:buChar char="•"/>
            </a:pPr>
            <a:r>
              <a:rPr lang="en-US" sz="4000"/>
              <a:t>Bullet 3</a:t>
            </a:r>
            <a:endParaRPr sz="4000"/>
          </a:p>
          <a:p>
            <a:pPr indent="0" lvl="0" marL="0" rtl="0" algn="l">
              <a:lnSpc>
                <a:spcPct val="115000"/>
              </a:lnSpc>
              <a:spcBef>
                <a:spcPts val="0"/>
              </a:spcBef>
              <a:spcAft>
                <a:spcPts val="0"/>
              </a:spcAft>
              <a:buNone/>
            </a:pPr>
            <a:r>
              <a:t/>
            </a:r>
            <a:endParaRPr sz="4000"/>
          </a:p>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4000"/>
          </a:p>
        </p:txBody>
      </p:sp>
      <p:sp>
        <p:nvSpPr>
          <p:cNvPr id="499" name="Google Shape;499;p67"/>
          <p:cNvSpPr txBox="1"/>
          <p:nvPr>
            <p:ph type="title"/>
          </p:nvPr>
        </p:nvSpPr>
        <p:spPr>
          <a:xfrm>
            <a:off x="20307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t>Title</a:t>
            </a:r>
            <a:endParaRPr/>
          </a:p>
        </p:txBody>
      </p:sp>
      <p:sp>
        <p:nvSpPr>
          <p:cNvPr id="500" name="Google Shape;500;p67"/>
          <p:cNvSpPr txBox="1"/>
          <p:nvPr>
            <p:ph idx="1" type="body"/>
          </p:nvPr>
        </p:nvSpPr>
        <p:spPr>
          <a:xfrm>
            <a:off x="2030775" y="4528100"/>
            <a:ext cx="9833100" cy="7536600"/>
          </a:xfrm>
          <a:prstGeom prst="rect">
            <a:avLst/>
          </a:prstGeom>
          <a:noFill/>
          <a:ln>
            <a:noFill/>
          </a:ln>
        </p:spPr>
        <p:txBody>
          <a:bodyPr anchorCtr="0" anchor="t" bIns="50800" lIns="50800" spcFirstLastPara="1" rIns="50800" wrap="square" tIns="50800">
            <a:normAutofit lnSpcReduction="20000"/>
          </a:bodyPr>
          <a:lstStyle/>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US" sz="3600">
                <a:solidFill>
                  <a:schemeClr val="dk1"/>
                </a:solidFill>
                <a:latin typeface="Open Sans"/>
                <a:ea typeface="Open Sans"/>
                <a:cs typeface="Open Sans"/>
                <a:sym typeface="Open Sans"/>
              </a:rPr>
              <a:t>Vivamus imperdiet lectus sed lectus maximus, in scelerisque arcu iaculis. Nullam nec luctus ante, a convallis augue. Quisque turpis quam, viverra sit amet risus in, ultrices lobortis lacus.</a:t>
            </a:r>
            <a:endParaRPr sz="3600">
              <a:solidFill>
                <a:schemeClr val="dk1"/>
              </a:solidFill>
            </a:endParaRPr>
          </a:p>
          <a:p>
            <a:pPr indent="0" lvl="0" marL="0" rtl="0" algn="l">
              <a:lnSpc>
                <a:spcPct val="115000"/>
              </a:lnSpc>
              <a:spcBef>
                <a:spcPts val="0"/>
              </a:spcBef>
              <a:spcAft>
                <a:spcPts val="0"/>
              </a:spcAft>
              <a:buNone/>
            </a:pPr>
            <a:r>
              <a:t/>
            </a:r>
            <a:endParaRPr sz="3600">
              <a:solidFill>
                <a:schemeClr val="dk1"/>
              </a:solidFill>
            </a:endParaRPr>
          </a:p>
          <a:p>
            <a:pPr indent="0" lvl="0" marL="0" rtl="0" algn="l">
              <a:lnSpc>
                <a:spcPct val="115000"/>
              </a:lnSpc>
              <a:spcBef>
                <a:spcPts val="0"/>
              </a:spcBef>
              <a:spcAft>
                <a:spcPts val="0"/>
              </a:spcAft>
              <a:buNone/>
            </a:pPr>
            <a:r>
              <a:t/>
            </a:r>
            <a:endParaRPr sz="36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gradFill>
          <a:gsLst>
            <a:gs pos="0">
              <a:srgbClr val="CCBAF4"/>
            </a:gs>
            <a:gs pos="100000">
              <a:srgbClr val="009CDE"/>
            </a:gs>
          </a:gsLst>
          <a:lin ang="5400012" scaled="0"/>
        </a:gradFill>
      </p:bgPr>
    </p:bg>
    <p:spTree>
      <p:nvGrpSpPr>
        <p:cNvPr id="504" name="Shape 504"/>
        <p:cNvGrpSpPr/>
        <p:nvPr/>
      </p:nvGrpSpPr>
      <p:grpSpPr>
        <a:xfrm>
          <a:off x="0" y="0"/>
          <a:ext cx="0" cy="0"/>
          <a:chOff x="0" y="0"/>
          <a:chExt cx="0" cy="0"/>
        </a:xfrm>
      </p:grpSpPr>
      <p:pic>
        <p:nvPicPr>
          <p:cNvPr descr="Google Shape;169;p32" id="505" name="Google Shape;505;p68"/>
          <p:cNvPicPr preferRelativeResize="0"/>
          <p:nvPr/>
        </p:nvPicPr>
        <p:blipFill rotWithShape="1">
          <a:blip r:embed="rId3">
            <a:alphaModFix/>
          </a:blip>
          <a:srcRect b="0" l="0" r="0" t="0"/>
          <a:stretch/>
        </p:blipFill>
        <p:spPr>
          <a:xfrm>
            <a:off x="22940988" y="12140769"/>
            <a:ext cx="755183" cy="989289"/>
          </a:xfrm>
          <a:prstGeom prst="rect">
            <a:avLst/>
          </a:prstGeom>
          <a:noFill/>
          <a:ln>
            <a:noFill/>
          </a:ln>
        </p:spPr>
      </p:pic>
      <p:sp>
        <p:nvSpPr>
          <p:cNvPr id="506" name="Google Shape;506;p68"/>
          <p:cNvSpPr txBox="1"/>
          <p:nvPr>
            <p:ph type="title"/>
          </p:nvPr>
        </p:nvSpPr>
        <p:spPr>
          <a:xfrm>
            <a:off x="125615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solidFill>
                  <a:srgbClr val="162C63"/>
                </a:solidFill>
              </a:rPr>
              <a:t>Title if needed</a:t>
            </a:r>
            <a:endParaRPr sz="8400">
              <a:solidFill>
                <a:srgbClr val="162C63"/>
              </a:solidFill>
            </a:endParaRPr>
          </a:p>
        </p:txBody>
      </p:sp>
      <p:sp>
        <p:nvSpPr>
          <p:cNvPr id="507" name="Google Shape;507;p68"/>
          <p:cNvSpPr txBox="1"/>
          <p:nvPr>
            <p:ph idx="1" type="body"/>
          </p:nvPr>
        </p:nvSpPr>
        <p:spPr>
          <a:xfrm>
            <a:off x="12561575" y="4528100"/>
            <a:ext cx="9833100" cy="7536600"/>
          </a:xfrm>
          <a:prstGeom prst="rect">
            <a:avLst/>
          </a:prstGeom>
          <a:noFill/>
          <a:ln>
            <a:noFill/>
          </a:ln>
        </p:spPr>
        <p:txBody>
          <a:bodyPr anchorCtr="0" anchor="t" bIns="50800" lIns="50800" spcFirstLastPara="1" rIns="50800" wrap="square" tIns="50800">
            <a:noAutofit/>
          </a:bodyPr>
          <a:lstStyle/>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1</a:t>
            </a:r>
            <a:endParaRPr sz="4000">
              <a:solidFill>
                <a:srgbClr val="162C63"/>
              </a:solidFill>
            </a:endParaRPr>
          </a:p>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2</a:t>
            </a:r>
            <a:endParaRPr sz="4000">
              <a:solidFill>
                <a:srgbClr val="162C63"/>
              </a:solidFill>
            </a:endParaRPr>
          </a:p>
          <a:p>
            <a:pPr indent="-482600" lvl="0" marL="457200" rtl="0" algn="l">
              <a:lnSpc>
                <a:spcPct val="115000"/>
              </a:lnSpc>
              <a:spcBef>
                <a:spcPts val="0"/>
              </a:spcBef>
              <a:spcAft>
                <a:spcPts val="0"/>
              </a:spcAft>
              <a:buClr>
                <a:srgbClr val="162C63"/>
              </a:buClr>
              <a:buSzPts val="4000"/>
              <a:buChar char="•"/>
            </a:pPr>
            <a:r>
              <a:rPr lang="en-US" sz="4000">
                <a:solidFill>
                  <a:srgbClr val="162C63"/>
                </a:solidFill>
              </a:rPr>
              <a:t>Bullet 3</a:t>
            </a:r>
            <a:endParaRPr sz="4000">
              <a:solidFill>
                <a:srgbClr val="162C63"/>
              </a:solidFill>
            </a:endParaRPr>
          </a:p>
          <a:p>
            <a:pPr indent="0" lvl="0" marL="0" rtl="0" algn="l">
              <a:lnSpc>
                <a:spcPct val="115000"/>
              </a:lnSpc>
              <a:spcBef>
                <a:spcPts val="0"/>
              </a:spcBef>
              <a:spcAft>
                <a:spcPts val="0"/>
              </a:spcAft>
              <a:buNone/>
            </a:pPr>
            <a:r>
              <a:t/>
            </a:r>
            <a:endParaRPr sz="4000">
              <a:solidFill>
                <a:srgbClr val="162C63"/>
              </a:solidFill>
            </a:endParaRPr>
          </a:p>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4000">
              <a:solidFill>
                <a:srgbClr val="162C63"/>
              </a:solidFill>
            </a:endParaRPr>
          </a:p>
        </p:txBody>
      </p:sp>
      <p:sp>
        <p:nvSpPr>
          <p:cNvPr id="508" name="Google Shape;508;p68"/>
          <p:cNvSpPr txBox="1"/>
          <p:nvPr>
            <p:ph type="title"/>
          </p:nvPr>
        </p:nvSpPr>
        <p:spPr>
          <a:xfrm>
            <a:off x="2030775" y="2111525"/>
            <a:ext cx="9833100" cy="2286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8400"/>
              <a:buFont typeface="Helvetica Neue"/>
              <a:buNone/>
            </a:pPr>
            <a:r>
              <a:rPr lang="en-US" sz="8400">
                <a:solidFill>
                  <a:srgbClr val="162C63"/>
                </a:solidFill>
              </a:rPr>
              <a:t>Title</a:t>
            </a:r>
            <a:endParaRPr>
              <a:solidFill>
                <a:srgbClr val="162C63"/>
              </a:solidFill>
            </a:endParaRPr>
          </a:p>
        </p:txBody>
      </p:sp>
      <p:sp>
        <p:nvSpPr>
          <p:cNvPr id="509" name="Google Shape;509;p68"/>
          <p:cNvSpPr txBox="1"/>
          <p:nvPr>
            <p:ph idx="1" type="body"/>
          </p:nvPr>
        </p:nvSpPr>
        <p:spPr>
          <a:xfrm>
            <a:off x="2030775" y="4528100"/>
            <a:ext cx="9833100" cy="7536600"/>
          </a:xfrm>
          <a:prstGeom prst="rect">
            <a:avLst/>
          </a:prstGeom>
          <a:noFill/>
          <a:ln>
            <a:noFill/>
          </a:ln>
        </p:spPr>
        <p:txBody>
          <a:bodyPr anchorCtr="0" anchor="t" bIns="50800" lIns="50800" spcFirstLastPara="1" rIns="50800" wrap="square" tIns="50800">
            <a:noAutofit/>
          </a:bodyPr>
          <a:lstStyle/>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Lorem ipsum dolor sit amet, consectetur adipiscing elit. Proin eu mi urna. Etiam tempus tellus sapien, quis convallis sem viverra sed. Etiam efficitur ultricies turpis sit amet scelerisque.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3600">
              <a:solidFill>
                <a:srgbClr val="162C63"/>
              </a:solidFill>
              <a:latin typeface="Open Sans"/>
              <a:ea typeface="Open Sans"/>
              <a:cs typeface="Open Sans"/>
              <a:sym typeface="Open Sans"/>
            </a:endParaRPr>
          </a:p>
          <a:p>
            <a:pPr indent="0" lvl="0" marL="0" rtl="0" algn="l">
              <a:lnSpc>
                <a:spcPct val="115000"/>
              </a:lnSpc>
              <a:spcBef>
                <a:spcPts val="0"/>
              </a:spcBef>
              <a:spcAft>
                <a:spcPts val="0"/>
              </a:spcAft>
              <a:buNone/>
            </a:pPr>
            <a:r>
              <a:rPr lang="en-US" sz="3600">
                <a:solidFill>
                  <a:srgbClr val="162C63"/>
                </a:solidFill>
                <a:latin typeface="Open Sans"/>
                <a:ea typeface="Open Sans"/>
                <a:cs typeface="Open Sans"/>
                <a:sym typeface="Open Sans"/>
              </a:rPr>
              <a:t>Vivamus imperdiet lectus sed lectus maximus, in scelerisque arcu iaculis. Nullam nec luctus ante, a convallis augue. Quisque turpis quam, viverra sit amet risus in, ultrices lobortis lacus.</a:t>
            </a:r>
            <a:endParaRPr sz="3600">
              <a:solidFill>
                <a:srgbClr val="162C63"/>
              </a:solidFill>
            </a:endParaRPr>
          </a:p>
          <a:p>
            <a:pPr indent="0" lvl="0" marL="0" rtl="0" algn="l">
              <a:lnSpc>
                <a:spcPct val="115000"/>
              </a:lnSpc>
              <a:spcBef>
                <a:spcPts val="0"/>
              </a:spcBef>
              <a:spcAft>
                <a:spcPts val="0"/>
              </a:spcAft>
              <a:buNone/>
            </a:pPr>
            <a:r>
              <a:t/>
            </a:r>
            <a:endParaRPr sz="3600">
              <a:solidFill>
                <a:srgbClr val="162C63"/>
              </a:solidFill>
            </a:endParaRPr>
          </a:p>
          <a:p>
            <a:pPr indent="0" lvl="0" marL="0" rtl="0" algn="l">
              <a:lnSpc>
                <a:spcPct val="115000"/>
              </a:lnSpc>
              <a:spcBef>
                <a:spcPts val="0"/>
              </a:spcBef>
              <a:spcAft>
                <a:spcPts val="0"/>
              </a:spcAft>
              <a:buNone/>
            </a:pPr>
            <a:r>
              <a:t/>
            </a:r>
            <a:endParaRPr sz="3600">
              <a:solidFill>
                <a:srgbClr val="162C63"/>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514" name="Shape 514"/>
        <p:cNvGrpSpPr/>
        <p:nvPr/>
      </p:nvGrpSpPr>
      <p:grpSpPr>
        <a:xfrm>
          <a:off x="0" y="0"/>
          <a:ext cx="0" cy="0"/>
          <a:chOff x="0" y="0"/>
          <a:chExt cx="0" cy="0"/>
        </a:xfrm>
      </p:grpSpPr>
      <p:pic>
        <p:nvPicPr>
          <p:cNvPr descr="preencoded.png" id="515" name="Google Shape;515;p69"/>
          <p:cNvPicPr preferRelativeResize="0"/>
          <p:nvPr/>
        </p:nvPicPr>
        <p:blipFill rotWithShape="1">
          <a:blip r:embed="rId3">
            <a:alphaModFix/>
          </a:blip>
          <a:srcRect b="0" l="0" r="0" t="0"/>
          <a:stretch/>
        </p:blipFill>
        <p:spPr>
          <a:xfrm>
            <a:off x="1615071" y="1809405"/>
            <a:ext cx="20164768" cy="9791147"/>
          </a:xfrm>
          <a:prstGeom prst="rect">
            <a:avLst/>
          </a:prstGeom>
          <a:noFill/>
          <a:ln>
            <a:noFill/>
          </a:ln>
        </p:spPr>
      </p:pic>
      <p:sp>
        <p:nvSpPr>
          <p:cNvPr id="516" name="Google Shape;516;p69"/>
          <p:cNvSpPr/>
          <p:nvPr/>
        </p:nvSpPr>
        <p:spPr>
          <a:xfrm>
            <a:off x="3035300" y="3144033"/>
            <a:ext cx="7874400" cy="3231900"/>
          </a:xfrm>
          <a:prstGeom prst="rect">
            <a:avLst/>
          </a:prstGeom>
          <a:noFill/>
          <a:ln>
            <a:noFill/>
          </a:ln>
        </p:spPr>
        <p:txBody>
          <a:bodyPr anchorCtr="0" anchor="t" bIns="0" lIns="0" spcFirstLastPara="1" rIns="0" wrap="square" tIns="0">
            <a:noAutofit/>
          </a:bodyPr>
          <a:lstStyle/>
          <a:p>
            <a:pPr indent="0" lvl="0" marL="0" rtl="0" algn="l">
              <a:lnSpc>
                <a:spcPct val="134375"/>
              </a:lnSpc>
              <a:spcBef>
                <a:spcPts val="0"/>
              </a:spcBef>
              <a:spcAft>
                <a:spcPts val="0"/>
              </a:spcAft>
              <a:buNone/>
            </a:pPr>
            <a:r>
              <a:rPr lang="en-US" sz="6400">
                <a:solidFill>
                  <a:srgbClr val="121111"/>
                </a:solidFill>
                <a:latin typeface="Helvetica Neue"/>
                <a:ea typeface="Helvetica Neue"/>
                <a:cs typeface="Helvetica Neue"/>
                <a:sym typeface="Helvetica Neue"/>
              </a:rPr>
              <a:t>Drupal is the leading open CMS that gives you the power to bring your brand to life with innovative digital experiences. With its flexible, API-first approach, Drupal is the foundation of your scalable, secure and privacy-centric DXP.</a:t>
            </a:r>
            <a:endParaRPr sz="6400">
              <a:solidFill>
                <a:srgbClr val="121111"/>
              </a:solidFill>
              <a:latin typeface="Helvetica Neue"/>
              <a:ea typeface="Helvetica Neue"/>
              <a:cs typeface="Helvetica Neue"/>
              <a:sym typeface="Helvetica Neue"/>
            </a:endParaRPr>
          </a:p>
          <a:p>
            <a:pPr indent="0" lvl="0" marL="0" rtl="0" algn="l">
              <a:lnSpc>
                <a:spcPct val="134375"/>
              </a:lnSpc>
              <a:spcBef>
                <a:spcPts val="0"/>
              </a:spcBef>
              <a:spcAft>
                <a:spcPts val="0"/>
              </a:spcAft>
              <a:buNone/>
            </a:pPr>
            <a:r>
              <a:t/>
            </a:r>
            <a:endParaRPr sz="6400">
              <a:solidFill>
                <a:srgbClr val="121111"/>
              </a:solidFill>
              <a:latin typeface="Helvetica Neue"/>
              <a:ea typeface="Helvetica Neue"/>
              <a:cs typeface="Helvetica Neue"/>
              <a:sym typeface="Helvetica Neue"/>
            </a:endParaRPr>
          </a:p>
          <a:p>
            <a:pPr indent="0" lvl="0" marL="0" marR="0" rtl="0" algn="l">
              <a:lnSpc>
                <a:spcPct val="134375"/>
              </a:lnSpc>
              <a:spcBef>
                <a:spcPts val="0"/>
              </a:spcBef>
              <a:spcAft>
                <a:spcPts val="0"/>
              </a:spcAft>
              <a:buClr>
                <a:srgbClr val="121111"/>
              </a:buClr>
              <a:buSzPts val="6400"/>
              <a:buFont typeface="Poppins Medium"/>
              <a:buNone/>
            </a:pPr>
            <a:r>
              <a:t/>
            </a:r>
            <a:endParaRPr sz="6400">
              <a:solidFill>
                <a:srgbClr val="121111"/>
              </a:solidFill>
              <a:latin typeface="Helvetica Neue"/>
              <a:ea typeface="Helvetica Neue"/>
              <a:cs typeface="Helvetica Neue"/>
              <a:sym typeface="Helvetica Neue"/>
            </a:endParaRPr>
          </a:p>
        </p:txBody>
      </p:sp>
      <p:pic>
        <p:nvPicPr>
          <p:cNvPr id="517" name="Google Shape;517;p69"/>
          <p:cNvPicPr preferRelativeResize="0"/>
          <p:nvPr/>
        </p:nvPicPr>
        <p:blipFill>
          <a:blip r:embed="rId4">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1" name="Shape 521"/>
        <p:cNvGrpSpPr/>
        <p:nvPr/>
      </p:nvGrpSpPr>
      <p:grpSpPr>
        <a:xfrm>
          <a:off x="0" y="0"/>
          <a:ext cx="0" cy="0"/>
          <a:chOff x="0" y="0"/>
          <a:chExt cx="0" cy="0"/>
        </a:xfrm>
      </p:grpSpPr>
      <p:pic>
        <p:nvPicPr>
          <p:cNvPr descr="darkblue.png" id="522" name="Google Shape;522;p70"/>
          <p:cNvPicPr preferRelativeResize="0"/>
          <p:nvPr/>
        </p:nvPicPr>
        <p:blipFill rotWithShape="1">
          <a:blip r:embed="rId3">
            <a:alphaModFix/>
          </a:blip>
          <a:srcRect b="0" l="0" r="0" t="0"/>
          <a:stretch/>
        </p:blipFill>
        <p:spPr>
          <a:xfrm>
            <a:off x="380750" y="2479596"/>
            <a:ext cx="12383365" cy="8756808"/>
          </a:xfrm>
          <a:prstGeom prst="rect">
            <a:avLst/>
          </a:prstGeom>
          <a:noFill/>
          <a:ln>
            <a:noFill/>
          </a:ln>
        </p:spPr>
      </p:pic>
      <p:sp>
        <p:nvSpPr>
          <p:cNvPr id="523" name="Google Shape;523;p70"/>
          <p:cNvSpPr txBox="1"/>
          <p:nvPr>
            <p:ph idx="4294967295" type="body"/>
          </p:nvPr>
        </p:nvSpPr>
        <p:spPr>
          <a:xfrm>
            <a:off x="2961548" y="4334271"/>
            <a:ext cx="7887300" cy="5454000"/>
          </a:xfrm>
          <a:prstGeom prst="rect">
            <a:avLst/>
          </a:prstGeom>
          <a:noFill/>
          <a:ln>
            <a:noFill/>
          </a:ln>
        </p:spPr>
        <p:txBody>
          <a:bodyPr anchorCtr="0" anchor="ctr" bIns="50800" lIns="50800" spcFirstLastPara="1" rIns="50800" wrap="square" tIns="50800">
            <a:normAutofit/>
          </a:bodyPr>
          <a:lstStyle/>
          <a:p>
            <a:pPr indent="0" lvl="0" marL="0" marR="0" rtl="0" algn="l">
              <a:lnSpc>
                <a:spcPct val="100000"/>
              </a:lnSpc>
              <a:spcBef>
                <a:spcPts val="0"/>
              </a:spcBef>
              <a:spcAft>
                <a:spcPts val="0"/>
              </a:spcAft>
              <a:buClr>
                <a:srgbClr val="FFFFFF"/>
              </a:buClr>
              <a:buSzPts val="7300"/>
              <a:buFont typeface="Helvetica Neue"/>
              <a:buNone/>
            </a:pPr>
            <a:r>
              <a:rPr lang="en-US" sz="7300"/>
              <a:t>Active makers</a:t>
            </a:r>
            <a:endParaRPr/>
          </a:p>
        </p:txBody>
      </p:sp>
      <p:pic>
        <p:nvPicPr>
          <p:cNvPr descr="Google Shape;169;p32" id="524" name="Google Shape;524;p70"/>
          <p:cNvPicPr preferRelativeResize="0"/>
          <p:nvPr/>
        </p:nvPicPr>
        <p:blipFill rotWithShape="1">
          <a:blip r:embed="rId4">
            <a:alphaModFix/>
          </a:blip>
          <a:srcRect b="0" l="0" r="0" t="0"/>
          <a:stretch/>
        </p:blipFill>
        <p:spPr>
          <a:xfrm>
            <a:off x="22940988" y="12140769"/>
            <a:ext cx="755183" cy="989289"/>
          </a:xfrm>
          <a:prstGeom prst="rect">
            <a:avLst/>
          </a:prstGeom>
          <a:noFill/>
          <a:ln>
            <a:noFill/>
          </a:ln>
        </p:spPr>
      </p:pic>
      <p:pic>
        <p:nvPicPr>
          <p:cNvPr id="525" name="Google Shape;525;p70"/>
          <p:cNvPicPr preferRelativeResize="0"/>
          <p:nvPr/>
        </p:nvPicPr>
        <p:blipFill>
          <a:blip r:embed="rId5">
            <a:alphaModFix/>
          </a:blip>
          <a:stretch>
            <a:fillRect/>
          </a:stretch>
        </p:blipFill>
        <p:spPr>
          <a:xfrm>
            <a:off x="22902343" y="11941351"/>
            <a:ext cx="879033" cy="1152350"/>
          </a:xfrm>
          <a:prstGeom prst="rect">
            <a:avLst/>
          </a:prstGeom>
          <a:noFill/>
          <a:ln>
            <a:noFill/>
          </a:ln>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9CDE"/>
        </a:solidFill>
      </p:bgPr>
    </p:bg>
    <p:spTree>
      <p:nvGrpSpPr>
        <p:cNvPr id="500" name="Shape 500"/>
        <p:cNvGrpSpPr/>
        <p:nvPr/>
      </p:nvGrpSpPr>
      <p:grpSpPr>
        <a:xfrm>
          <a:off x="0" y="0"/>
          <a:ext cx="0" cy="0"/>
          <a:chOff x="0" y="0"/>
          <a:chExt cx="0" cy="0"/>
        </a:xfrm>
      </p:grpSpPr>
      <p:sp>
        <p:nvSpPr>
          <p:cNvPr id="501" name="Title"/>
          <p:cNvSpPr txBox="1"/>
          <p:nvPr>
            <p:ph type="title"/>
          </p:nvPr>
        </p:nvSpPr>
        <p:spPr>
          <a:xfrm>
            <a:off x="914400" y="457200"/>
            <a:ext cx="20116800" cy="1371600"/>
          </a:xfrm>
          <a:prstGeom prst="rect">
            <a:avLst/>
          </a:prstGeom>
          <a:noFill/>
        </p:spPr>
        <p:txBody>
          <a:bodyPr wrap="square" anchor="ctr"/>
          <a:lstStyle/>
          <a:p>
            <a:r>
              <a:rPr lang="en-US"/>
              <a:t>Stats Dashboard Title</a:t>
            </a:r>
          </a:p>
        </p:txBody>
      </p:sp>
      <p:sp>
        <p:nvSpPr>
          <p:cNvPr id="510" name="Stat1_Number"/>
          <p:cNvSpPr txBox="1"/>
          <p:nvPr/>
        </p:nvSpPr>
        <p:spPr>
          <a:xfrm>
            <a:off x="1371600" y="2286000"/>
            <a:ext cx="5486400" cy="1828800"/>
          </a:xfrm>
          <a:prstGeom prst="rect">
            <a:avLst/>
          </a:prstGeom>
          <a:noFill/>
        </p:spPr>
        <p:txBody>
          <a:bodyPr wrap="square" anchor="ctr"/>
          <a:lstStyle/>
          <a:p>
            <a:pPr algn="ctr"/>
            <a:r>
              <a:rPr lang="en-US" sz="7200" b="1">
                <a:solidFill>
                  <a:srgbClr val="FFFFFF"/>
                </a:solidFill>
              </a:rPr>
              <a:t>72%</a:t>
            </a:r>
          </a:p>
        </p:txBody>
      </p:sp>
      <p:sp>
        <p:nvSpPr>
          <p:cNvPr id="511" name="Stat1_Label"/>
          <p:cNvSpPr txBox="1"/>
          <p:nvPr/>
        </p:nvSpPr>
        <p:spPr>
          <a:xfrm>
            <a:off x="1371600" y="4114800"/>
            <a:ext cx="5486400" cy="1371600"/>
          </a:xfrm>
          <a:prstGeom prst="rect">
            <a:avLst/>
          </a:prstGeom>
          <a:noFill/>
        </p:spPr>
        <p:txBody>
          <a:bodyPr wrap="square" anchor="ctr"/>
          <a:lstStyle/>
          <a:p>
            <a:pPr algn="ctr"/>
            <a:r>
              <a:rPr lang="en-US" sz="1800">
                <a:solidFill>
                  <a:srgbClr val="CCEDF9"/>
                </a:solidFill>
              </a:rPr>
              <a:t>Stat description 1</a:t>
            </a:r>
          </a:p>
        </p:txBody>
      </p:sp>
      <p:sp>
        <p:nvSpPr>
          <p:cNvPr id="512" name="Stat2_Number"/>
          <p:cNvSpPr txBox="1"/>
          <p:nvPr/>
        </p:nvSpPr>
        <p:spPr>
          <a:xfrm>
            <a:off x="7315200" y="2286000"/>
            <a:ext cx="5486400" cy="1828800"/>
          </a:xfrm>
          <a:prstGeom prst="rect">
            <a:avLst/>
          </a:prstGeom>
          <a:noFill/>
        </p:spPr>
        <p:txBody>
          <a:bodyPr wrap="square" anchor="ctr"/>
          <a:lstStyle/>
          <a:p>
            <a:pPr algn="ctr"/>
            <a:r>
              <a:rPr lang="en-US" sz="7200" b="1">
                <a:solidFill>
                  <a:srgbClr val="FFFFFF"/>
                </a:solidFill>
              </a:rPr>
              <a:t>1.4M</a:t>
            </a:r>
          </a:p>
        </p:txBody>
      </p:sp>
      <p:sp>
        <p:nvSpPr>
          <p:cNvPr id="513" name="Stat2_Label"/>
          <p:cNvSpPr txBox="1"/>
          <p:nvPr/>
        </p:nvSpPr>
        <p:spPr>
          <a:xfrm>
            <a:off x="7315200" y="4114800"/>
            <a:ext cx="5486400" cy="1371600"/>
          </a:xfrm>
          <a:prstGeom prst="rect">
            <a:avLst/>
          </a:prstGeom>
          <a:noFill/>
        </p:spPr>
        <p:txBody>
          <a:bodyPr wrap="square" anchor="ctr"/>
          <a:lstStyle/>
          <a:p>
            <a:pPr algn="ctr"/>
            <a:r>
              <a:rPr lang="en-US" sz="1800">
                <a:solidFill>
                  <a:srgbClr val="CCEDF9"/>
                </a:solidFill>
              </a:rPr>
              <a:t>Stat description 2</a:t>
            </a:r>
          </a:p>
        </p:txBody>
      </p:sp>
      <p:sp>
        <p:nvSpPr>
          <p:cNvPr id="514" name="Stat3_Number"/>
          <p:cNvSpPr txBox="1"/>
          <p:nvPr/>
        </p:nvSpPr>
        <p:spPr>
          <a:xfrm>
            <a:off x="13258800" y="2286000"/>
            <a:ext cx="5486400" cy="1828800"/>
          </a:xfrm>
          <a:prstGeom prst="rect">
            <a:avLst/>
          </a:prstGeom>
          <a:noFill/>
        </p:spPr>
        <p:txBody>
          <a:bodyPr wrap="square" anchor="ctr"/>
          <a:lstStyle/>
          <a:p>
            <a:pPr algn="ctr"/>
            <a:r>
              <a:rPr lang="en-US" sz="7200" b="1">
                <a:solidFill>
                  <a:srgbClr val="FFFFFF"/>
                </a:solidFill>
              </a:rPr>
              <a:t>46K+</a:t>
            </a:r>
          </a:p>
        </p:txBody>
      </p:sp>
      <p:sp>
        <p:nvSpPr>
          <p:cNvPr id="515" name="Stat3_Label"/>
          <p:cNvSpPr txBox="1"/>
          <p:nvPr/>
        </p:nvSpPr>
        <p:spPr>
          <a:xfrm>
            <a:off x="13258800" y="4114800"/>
            <a:ext cx="5486400" cy="1371600"/>
          </a:xfrm>
          <a:prstGeom prst="rect">
            <a:avLst/>
          </a:prstGeom>
          <a:noFill/>
        </p:spPr>
        <p:txBody>
          <a:bodyPr wrap="square" anchor="ctr"/>
          <a:lstStyle/>
          <a:p>
            <a:pPr algn="ctr"/>
            <a:r>
              <a:rPr lang="en-US" sz="1800">
                <a:solidFill>
                  <a:srgbClr val="CCEDF9"/>
                </a:solidFill>
              </a:rPr>
              <a:t>Stat description 3</a:t>
            </a:r>
          </a:p>
        </p:txBody>
      </p:sp>
      <p:sp>
        <p:nvSpPr>
          <p:cNvPr id="516" name="Stat4_Number"/>
          <p:cNvSpPr txBox="1"/>
          <p:nvPr/>
        </p:nvSpPr>
        <p:spPr>
          <a:xfrm>
            <a:off x="1371600" y="6400800"/>
            <a:ext cx="5486400" cy="1828800"/>
          </a:xfrm>
          <a:prstGeom prst="rect">
            <a:avLst/>
          </a:prstGeom>
          <a:noFill/>
        </p:spPr>
        <p:txBody>
          <a:bodyPr wrap="square" anchor="ctr"/>
          <a:lstStyle/>
          <a:p>
            <a:pPr algn="ctr"/>
            <a:r>
              <a:rPr lang="en-US" sz="7200" b="1">
                <a:solidFill>
                  <a:srgbClr val="FFFFFF"/>
                </a:solidFill>
              </a:rPr>
              <a:t>118k</a:t>
            </a:r>
          </a:p>
        </p:txBody>
      </p:sp>
      <p:sp>
        <p:nvSpPr>
          <p:cNvPr id="517" name="Stat4_Label"/>
          <p:cNvSpPr txBox="1"/>
          <p:nvPr/>
        </p:nvSpPr>
        <p:spPr>
          <a:xfrm>
            <a:off x="1371600" y="8229600"/>
            <a:ext cx="5486400" cy="1371600"/>
          </a:xfrm>
          <a:prstGeom prst="rect">
            <a:avLst/>
          </a:prstGeom>
          <a:noFill/>
        </p:spPr>
        <p:txBody>
          <a:bodyPr wrap="square" anchor="ctr"/>
          <a:lstStyle/>
          <a:p>
            <a:pPr algn="ctr"/>
            <a:r>
              <a:rPr lang="en-US" sz="1800">
                <a:solidFill>
                  <a:srgbClr val="CCEDF9"/>
                </a:solidFill>
              </a:rPr>
              <a:t>Stat description 4</a:t>
            </a:r>
          </a:p>
        </p:txBody>
      </p:sp>
      <p:sp>
        <p:nvSpPr>
          <p:cNvPr id="518" name="Stat5_Number"/>
          <p:cNvSpPr txBox="1"/>
          <p:nvPr/>
        </p:nvSpPr>
        <p:spPr>
          <a:xfrm>
            <a:off x="7315200" y="6400800"/>
            <a:ext cx="5486400" cy="1828800"/>
          </a:xfrm>
          <a:prstGeom prst="rect">
            <a:avLst/>
          </a:prstGeom>
          <a:noFill/>
        </p:spPr>
        <p:txBody>
          <a:bodyPr wrap="square" anchor="ctr"/>
          <a:lstStyle/>
          <a:p>
            <a:pPr algn="ctr"/>
            <a:r>
              <a:rPr lang="en-US" sz="7200" b="1">
                <a:solidFill>
                  <a:srgbClr val="FFFFFF"/>
                </a:solidFill>
              </a:rPr>
              <a:t>12%</a:t>
            </a:r>
          </a:p>
        </p:txBody>
      </p:sp>
      <p:sp>
        <p:nvSpPr>
          <p:cNvPr id="519" name="Stat5_Label"/>
          <p:cNvSpPr txBox="1"/>
          <p:nvPr/>
        </p:nvSpPr>
        <p:spPr>
          <a:xfrm>
            <a:off x="7315200" y="8229600"/>
            <a:ext cx="5486400" cy="1371600"/>
          </a:xfrm>
          <a:prstGeom prst="rect">
            <a:avLst/>
          </a:prstGeom>
          <a:noFill/>
        </p:spPr>
        <p:txBody>
          <a:bodyPr wrap="square" anchor="ctr"/>
          <a:lstStyle/>
          <a:p>
            <a:pPr algn="ctr"/>
            <a:r>
              <a:rPr lang="en-US" sz="1800">
                <a:solidFill>
                  <a:srgbClr val="CCEDF9"/>
                </a:solidFill>
              </a:rPr>
              <a:t>Stat description 5</a:t>
            </a:r>
          </a:p>
        </p:txBody>
      </p:sp>
      <p:sp>
        <p:nvSpPr>
          <p:cNvPr id="520" name="Stat6_Number"/>
          <p:cNvSpPr txBox="1"/>
          <p:nvPr/>
        </p:nvSpPr>
        <p:spPr>
          <a:xfrm>
            <a:off x="13258800" y="6400800"/>
            <a:ext cx="5486400" cy="1828800"/>
          </a:xfrm>
          <a:prstGeom prst="rect">
            <a:avLst/>
          </a:prstGeom>
          <a:noFill/>
        </p:spPr>
        <p:txBody>
          <a:bodyPr wrap="square" anchor="ctr"/>
          <a:lstStyle/>
          <a:p>
            <a:pPr algn="ctr"/>
            <a:r>
              <a:rPr lang="en-US" sz="7200" b="1">
                <a:solidFill>
                  <a:srgbClr val="FFFFFF"/>
                </a:solidFill>
              </a:rPr>
              <a:t>51%</a:t>
            </a:r>
          </a:p>
        </p:txBody>
      </p:sp>
      <p:sp>
        <p:nvSpPr>
          <p:cNvPr id="521" name="Stat6_Label"/>
          <p:cNvSpPr txBox="1"/>
          <p:nvPr/>
        </p:nvSpPr>
        <p:spPr>
          <a:xfrm>
            <a:off x="13258800" y="8229600"/>
            <a:ext cx="5486400" cy="1371600"/>
          </a:xfrm>
          <a:prstGeom prst="rect">
            <a:avLst/>
          </a:prstGeom>
          <a:noFill/>
        </p:spPr>
        <p:txBody>
          <a:bodyPr wrap="square" anchor="ctr"/>
          <a:lstStyle/>
          <a:p>
            <a:pPr algn="ctr"/>
            <a:r>
              <a:rPr lang="en-US" sz="1800">
                <a:solidFill>
                  <a:srgbClr val="CCEDF9"/>
                </a:solidFill>
              </a:rPr>
              <a:t>Stat description 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600" name="Shape 600"/>
        <p:cNvGrpSpPr/>
        <p:nvPr/>
      </p:nvGrpSpPr>
      <p:grpSpPr>
        <a:xfrm>
          <a:off x="0" y="0"/>
          <a:ext cx="0" cy="0"/>
          <a:chOff x="0" y="0"/>
          <a:chExt cx="0" cy="0"/>
        </a:xfrm>
      </p:grpSpPr>
      <p:sp>
        <p:nvSpPr>
          <p:cNvPr id="601" name="Title"/>
          <p:cNvSpPr txBox="1"/>
          <p:nvPr>
            <p:ph type="title"/>
          </p:nvPr>
        </p:nvSpPr>
        <p:spPr>
          <a:xfrm>
            <a:off x="914400" y="457200"/>
            <a:ext cx="9144000" cy="914400"/>
          </a:xfrm>
          <a:prstGeom prst="rect">
            <a:avLst/>
          </a:prstGeom>
          <a:noFill/>
        </p:spPr>
        <p:txBody>
          <a:bodyPr wrap="square" anchor="ctr"/>
          <a:lstStyle/>
          <a:p>
            <a:r>
              <a:rPr lang="en-US"/>
              <a:t>Company Name</a:t>
            </a:r>
          </a:p>
        </p:txBody>
      </p:sp>
      <p:sp>
        <p:nvSpPr>
          <p:cNvPr id="602" name="Description"/>
          <p:cNvSpPr txBox="1"/>
          <p:nvPr>
            <p:ph type="body" idx="1"/>
          </p:nvPr>
        </p:nvSpPr>
        <p:spPr>
          <a:xfrm>
            <a:off x="914400" y="1828800"/>
            <a:ext cx="9144000" cy="2743200"/>
          </a:xfrm>
          <a:prstGeom prst="rect">
            <a:avLst/>
          </a:prstGeom>
          <a:noFill/>
        </p:spPr>
        <p:txBody>
          <a:bodyPr wrap="square" anchor="t"/>
          <a:lstStyle/>
          <a:p>
            <a:r>
              <a:rPr lang="en-US"/>
              <a:t>Company description and what they did with Drupal.</a:t>
            </a:r>
          </a:p>
        </p:txBody>
      </p:sp>
      <p:sp>
        <p:nvSpPr>
          <p:cNvPr id="603" name="Bullets"/>
          <p:cNvSpPr txBox="1"/>
          <p:nvPr>
            <p:ph type="body" idx="2"/>
          </p:nvPr>
        </p:nvSpPr>
        <p:spPr>
          <a:xfrm>
            <a:off x="914400" y="5029200"/>
            <a:ext cx="9144000" cy="3657600"/>
          </a:xfrm>
          <a:prstGeom prst="rect">
            <a:avLst/>
          </a:prstGeom>
          <a:noFill/>
        </p:spPr>
        <p:txBody>
          <a:bodyPr wrap="square" anchor="t"/>
          <a:lstStyle/>
          <a:p>
            <a:r>
              <a:rPr lang="en-US"/>
              <a:t>Why Drupal was chosen:
• Bullet 1
• Bullet 2
• Bullet 3</a:t>
            </a:r>
          </a:p>
        </p:txBody>
      </p:sp>
      <p:sp>
        <p:nvSpPr>
          <p:cNvPr id="604" name="Quote"/>
          <p:cNvSpPr txBox="1"/>
          <p:nvPr/>
        </p:nvSpPr>
        <p:spPr>
          <a:xfrm>
            <a:off x="10972800" y="5943600"/>
            <a:ext cx="9144000" cy="4572000"/>
          </a:xfrm>
          <a:prstGeom prst="rect">
            <a:avLst/>
          </a:prstGeom>
          <a:noFill/>
        </p:spPr>
        <p:txBody>
          <a:bodyPr wrap="square" anchor="ctr"/>
          <a:lstStyle/>
          <a:p>
            <a:pPr algn="ctr"/>
            <a:r>
              <a:rPr lang="en-US" sz="2400" b="1">
                <a:solidFill>
                  <a:srgbClr val="FFFFFF"/>
                </a:solidFill>
              </a:rPr>
              <a:t>"Quote from the customer about their experience with Drupal."</a:t>
            </a:r>
          </a:p>
        </p:txBody>
      </p:sp>
      <p:sp>
        <p:nvSpPr>
          <p:cNvPr id="605" name="Attribution"/>
          <p:cNvSpPr txBox="1"/>
          <p:nvPr/>
        </p:nvSpPr>
        <p:spPr>
          <a:xfrm>
            <a:off x="10972800" y="10058400"/>
            <a:ext cx="9144000" cy="914400"/>
          </a:xfrm>
          <a:prstGeom prst="rect">
            <a:avLst/>
          </a:prstGeom>
          <a:noFill/>
        </p:spPr>
        <p:txBody>
          <a:bodyPr wrap="square" anchor="ctr"/>
          <a:lstStyle/>
          <a:p>
            <a:pPr algn="ctr"/>
            <a:r>
              <a:rPr lang="en-US" sz="1600">
                <a:solidFill>
                  <a:srgbClr val="CCEDF9"/>
                </a:solidFill>
              </a:rPr>
              <a:t>— Name, Title at Company</a:t>
            </a: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FFFFFF"/>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